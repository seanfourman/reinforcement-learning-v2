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0FBA-18F3-031C-22CD-8B50709E4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37926-3E0B-03BF-78F1-C1923D006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B0CD-871B-05E3-7EEA-96BAFE3A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203DE-D80A-26C1-C814-A3A31D7F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0B375-CCD7-ECD1-9578-4175BF3E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355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6EF2-7507-A3A1-CD25-25EF73F1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1382C-7885-FD90-D7CA-1E96E2A9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41E2E-09CC-6A03-05EF-07B44203C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B4511-9DB2-3AFD-8A9A-82C86F73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40CCA-7F39-6BD2-2E8B-F45F4798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619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F6CA-3E5B-9BE5-75D5-CCD51FF80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7DA05-7D96-BC7C-87F2-422C5A752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B8FA1-7711-F4B6-E6EC-CC560B86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7D15B-A6AA-0F5E-5113-C7FBC52F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9CD8D-A644-957E-86D5-5BB82C8A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053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6E24-9E03-255F-7DE4-6E3325A1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55B4B-CEC1-9C91-BE31-06987111D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F7E43-F933-894B-CDF6-B7DE84FEA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F5626-E9BA-B6B9-FB71-E85CB1DE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7F466-FB63-77C0-8F64-E13B25E3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655E6-C4E8-D720-60C6-43203BF7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648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1E4D-81EB-1525-FFED-96A032AA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DBB2C-9C3E-AEC5-CA49-B2518456F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2D27A-6931-D739-DA6D-43C7E64F6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EA18E-A435-24B8-9705-7464C0B66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27F8B-BB4D-1B8B-02CE-BE2FE2A04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C2F66-A8E4-FECA-8DF1-F41CEEB7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63FCD-86D1-6C08-F334-D264F9F9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9EBDA-FA4E-64F8-FB18-C09A88E7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094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4632-1708-B388-740A-5BAA1192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78985-8D33-CCB5-78C8-DCBD4509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125C7-C5A4-ED79-CC4D-D59E9291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CF7A6-2C05-E5B7-E3E5-008CFB7F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767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92F1D-D2F5-3D8B-C649-CF764307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38E58-20A6-09D9-D5AD-0B4FEB9D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9E192-7A7D-A66D-C35F-7FF2884F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122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3AED-9492-4CE1-B27D-3DC5EEED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135D-0D1F-2FC1-E9B8-447BA5DDE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0EA7D-404B-483E-25CB-1EBCF2C4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024E7-BD2C-6ED1-F7A6-BA7D8852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6A2F-4A88-6216-EB50-406B1A75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DB8FE-95DA-8580-6B3F-92FB2EA3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561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3513-AB1F-531A-9D5D-292A7AF5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00AF3-5914-F138-AFCE-35916DEFE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861CC-6EC0-391F-A798-774D85361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770FE-B03A-8927-3EDA-2EEA4E35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89B81-44DB-8826-1FE9-A34F0519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9342E-16C6-54FB-E7BD-C7AC1709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970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067F-67BC-B10D-8D87-35A75C66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D6C92-8A80-C3CE-75E8-BB8781A42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EE7DC-7C61-2427-7C5C-41358CC5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4A51-19F8-B455-0105-7DE4C422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41AF2-AE01-6708-C8E6-CCC2A537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670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D3AF5-E776-2349-D15C-0697D9AFC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25644-C507-D4AA-DBF5-03F4510C2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0954C-3674-7F78-A318-AA85FE74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9CE8C-5FF0-135A-C93C-F9F6870F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71739-6BEB-BD1A-2119-53426DAA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947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3A55F-A2C8-B09B-C459-08EF10F9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E696-BB60-DDFD-E639-7D98EF2B4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C6654-5772-A71F-7A05-DF18996A1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7221E-6204-49D0-9783-C7785F484DEA}" type="datetimeFigureOut">
              <a:rPr lang="en-IL" smtClean="0"/>
              <a:t>24/05/2025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81455-AA55-00F6-0B2A-0C8136809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16203-C447-7E0C-E674-E2C310C49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DADB4-38A4-4446-9042-CF4B6442E25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583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C5CA-C4DC-4D3C-2563-AE4F1B918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DQN using Frames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8DA33F-C19E-6733-FA30-01D770FDF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072"/>
            <a:ext cx="9144000" cy="1152728"/>
          </a:xfrm>
        </p:spPr>
        <p:txBody>
          <a:bodyPr/>
          <a:lstStyle/>
          <a:p>
            <a:r>
              <a:rPr lang="en-US" dirty="0"/>
              <a:t>Benny Bornfeld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7134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8E72-5F56-85F3-BC4C-BD9BC222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3DF1-81BD-F2DE-D30E-9A313F7CB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99908-4A47-C1E2-A805-9C8371A08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868" y="0"/>
            <a:ext cx="8145012" cy="5620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0AC6B-E9E8-93A3-9F0D-84EF9A4CD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316" y="4847944"/>
            <a:ext cx="6916115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9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CCFA-950D-8B6A-2ACE-BFDAF649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02AD5-B3FF-B74C-2ED2-8C4BDE1C1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1026" name="Picture 2" descr="A standard DQN architecture with convolutional layers allows comparisons between buffer and SITH representations in more-complex games. Game frames are preprocessed in a manner described in the main text, and illustrated in Figure 6B, C, E, and F. The various representations are processed through 3 convolutional layers, then passed through one fully connected hidden layer, to the output layer. In Flappy Bird, the number of actions M = 2. Each output unit predicts the future reward for a given action, and the maximum rewarded action is chosen for the agent to perform. Only a buffer representation is illustrated here, but a SITH representation utilizes the same network design and frame preprocessing.">
            <a:extLst>
              <a:ext uri="{FF2B5EF4-FFF2-40B4-BE49-F238E27FC236}">
                <a16:creationId xmlns:a16="http://schemas.microsoft.com/office/drawing/2014/main" id="{C880DC74-563A-384C-0C84-82D4AE0DE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130425"/>
            <a:ext cx="809625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3EDE-152E-815C-D0D3-264D2FE3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Frame Based Input to a Low-Dim Input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4989-1345-4041-0167-F0E9B447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3E00E-EA01-60B4-7BEF-01D018F2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05" y="2773568"/>
            <a:ext cx="7630590" cy="3334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9ECFB-302E-832A-6573-3FAAC7C1C9C1}"/>
              </a:ext>
            </a:extLst>
          </p:cNvPr>
          <p:cNvSpPr txBox="1"/>
          <p:nvPr/>
        </p:nvSpPr>
        <p:spPr>
          <a:xfrm>
            <a:off x="669471" y="6311900"/>
            <a:ext cx="1135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https://research.google/blog/</a:t>
            </a:r>
            <a:r>
              <a:rPr lang="en-IL"/>
              <a:t>from-pixels-to-actions-human-level-control-through-deep-reinforcement-learning/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7000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23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DQN using Frames</vt:lpstr>
      <vt:lpstr>PowerPoint Presentation</vt:lpstr>
      <vt:lpstr>PowerPoint Presentation</vt:lpstr>
      <vt:lpstr>Comparing Frame Based Input to a Low-Dim Input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bornfeld</dc:creator>
  <cp:lastModifiedBy>benny bornfeld</cp:lastModifiedBy>
  <cp:revision>1</cp:revision>
  <dcterms:created xsi:type="dcterms:W3CDTF">2025-05-24T16:41:05Z</dcterms:created>
  <dcterms:modified xsi:type="dcterms:W3CDTF">2025-05-26T13:18:57Z</dcterms:modified>
</cp:coreProperties>
</file>