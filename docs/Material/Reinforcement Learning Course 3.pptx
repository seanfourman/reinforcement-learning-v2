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8" r:id="rId3"/>
    <p:sldId id="278" r:id="rId4"/>
    <p:sldId id="279" r:id="rId5"/>
    <p:sldId id="280" r:id="rId6"/>
    <p:sldId id="281" r:id="rId7"/>
    <p:sldId id="282" r:id="rId8"/>
    <p:sldId id="257" r:id="rId9"/>
    <p:sldId id="259" r:id="rId10"/>
    <p:sldId id="283" r:id="rId11"/>
    <p:sldId id="284" r:id="rId12"/>
    <p:sldId id="285" r:id="rId13"/>
    <p:sldId id="286" r:id="rId1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E1BA7F-DF90-40DB-BFA1-6DBAA97E100F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E6C456D-6891-4381-A3AB-9E9D99136F0E}">
      <dgm:prSet/>
      <dgm:spPr/>
      <dgm:t>
        <a:bodyPr/>
        <a:lstStyle/>
        <a:p>
          <a:r>
            <a:rPr lang="en-IL" b="0" i="0" baseline="0"/>
            <a:t>Dynamic Programming </a:t>
          </a:r>
          <a:endParaRPr lang="en-US"/>
        </a:p>
      </dgm:t>
    </dgm:pt>
    <dgm:pt modelId="{7070FA02-7715-47AF-994F-CFF8798C1172}" type="parTrans" cxnId="{553E63CA-458F-4F86-B4D4-15A3340E2A40}">
      <dgm:prSet/>
      <dgm:spPr/>
      <dgm:t>
        <a:bodyPr/>
        <a:lstStyle/>
        <a:p>
          <a:endParaRPr lang="en-US"/>
        </a:p>
      </dgm:t>
    </dgm:pt>
    <dgm:pt modelId="{7838BF82-F35F-43A5-98A7-116599105E1A}" type="sibTrans" cxnId="{553E63CA-458F-4F86-B4D4-15A3340E2A40}">
      <dgm:prSet/>
      <dgm:spPr/>
      <dgm:t>
        <a:bodyPr/>
        <a:lstStyle/>
        <a:p>
          <a:endParaRPr lang="en-US"/>
        </a:p>
      </dgm:t>
    </dgm:pt>
    <dgm:pt modelId="{75A8BFCF-7920-45A4-AE1F-429619C5B2DE}">
      <dgm:prSet/>
      <dgm:spPr/>
      <dgm:t>
        <a:bodyPr/>
        <a:lstStyle/>
        <a:p>
          <a:r>
            <a:rPr lang="en-IL" b="0" i="0" baseline="0"/>
            <a:t>Tabular Q-learning </a:t>
          </a:r>
          <a:endParaRPr lang="en-US"/>
        </a:p>
      </dgm:t>
    </dgm:pt>
    <dgm:pt modelId="{88E890EC-45B2-4C24-9979-E8ACC7D7BD63}" type="parTrans" cxnId="{0D4B67A1-0E07-4CDD-A47F-4DAEA040E810}">
      <dgm:prSet/>
      <dgm:spPr/>
      <dgm:t>
        <a:bodyPr/>
        <a:lstStyle/>
        <a:p>
          <a:endParaRPr lang="en-US"/>
        </a:p>
      </dgm:t>
    </dgm:pt>
    <dgm:pt modelId="{F30D3907-0C3D-4730-9A0A-5799FE908E3A}" type="sibTrans" cxnId="{0D4B67A1-0E07-4CDD-A47F-4DAEA040E810}">
      <dgm:prSet/>
      <dgm:spPr/>
      <dgm:t>
        <a:bodyPr/>
        <a:lstStyle/>
        <a:p>
          <a:endParaRPr lang="en-US"/>
        </a:p>
      </dgm:t>
    </dgm:pt>
    <dgm:pt modelId="{E7E5D873-40C5-4C77-8A39-4CB875019D45}">
      <dgm:prSet/>
      <dgm:spPr/>
      <dgm:t>
        <a:bodyPr/>
        <a:lstStyle/>
        <a:p>
          <a:r>
            <a:rPr lang="en-IL" b="0" i="0" baseline="0"/>
            <a:t>Tabular SARSA </a:t>
          </a:r>
          <a:endParaRPr lang="en-US"/>
        </a:p>
      </dgm:t>
    </dgm:pt>
    <dgm:pt modelId="{C74872E2-FCA2-4A20-A247-1557CAA214EF}" type="parTrans" cxnId="{3B9C38D1-CC22-40A1-A531-40CBE3C9ABAF}">
      <dgm:prSet/>
      <dgm:spPr/>
      <dgm:t>
        <a:bodyPr/>
        <a:lstStyle/>
        <a:p>
          <a:endParaRPr lang="en-US"/>
        </a:p>
      </dgm:t>
    </dgm:pt>
    <dgm:pt modelId="{F2329DA3-D2D6-4792-B434-9401759FD913}" type="sibTrans" cxnId="{3B9C38D1-CC22-40A1-A531-40CBE3C9ABAF}">
      <dgm:prSet/>
      <dgm:spPr/>
      <dgm:t>
        <a:bodyPr/>
        <a:lstStyle/>
        <a:p>
          <a:endParaRPr lang="en-US"/>
        </a:p>
      </dgm:t>
    </dgm:pt>
    <dgm:pt modelId="{5BE76522-AE29-4CA2-8528-FB95CBA7D7BC}">
      <dgm:prSet/>
      <dgm:spPr/>
      <dgm:t>
        <a:bodyPr/>
        <a:lstStyle/>
        <a:p>
          <a:r>
            <a:rPr lang="en-IL" b="0" i="0" baseline="0"/>
            <a:t>Monte Carlo methods </a:t>
          </a:r>
          <a:endParaRPr lang="en-US"/>
        </a:p>
      </dgm:t>
    </dgm:pt>
    <dgm:pt modelId="{AD147393-B122-4A34-A2F4-C5ACF34C8E44}" type="parTrans" cxnId="{2FCCD959-3169-40F4-96B9-688FF93B6444}">
      <dgm:prSet/>
      <dgm:spPr/>
      <dgm:t>
        <a:bodyPr/>
        <a:lstStyle/>
        <a:p>
          <a:endParaRPr lang="en-US"/>
        </a:p>
      </dgm:t>
    </dgm:pt>
    <dgm:pt modelId="{DC93EB15-1267-4FF1-9B45-E79167424453}" type="sibTrans" cxnId="{2FCCD959-3169-40F4-96B9-688FF93B6444}">
      <dgm:prSet/>
      <dgm:spPr/>
      <dgm:t>
        <a:bodyPr/>
        <a:lstStyle/>
        <a:p>
          <a:endParaRPr lang="en-US"/>
        </a:p>
      </dgm:t>
    </dgm:pt>
    <dgm:pt modelId="{73F756F8-4071-463B-8301-73B7643AF27E}">
      <dgm:prSet/>
      <dgm:spPr/>
      <dgm:t>
        <a:bodyPr/>
        <a:lstStyle/>
        <a:p>
          <a:r>
            <a:rPr lang="en-US"/>
            <a:t>Time Difference Methods</a:t>
          </a:r>
        </a:p>
      </dgm:t>
    </dgm:pt>
    <dgm:pt modelId="{91F63789-C56C-4C09-849B-15A95F6B42E9}" type="parTrans" cxnId="{2533E41F-90C7-4D70-AF0B-415D9AFA12A1}">
      <dgm:prSet/>
      <dgm:spPr/>
      <dgm:t>
        <a:bodyPr/>
        <a:lstStyle/>
        <a:p>
          <a:endParaRPr lang="en-US"/>
        </a:p>
      </dgm:t>
    </dgm:pt>
    <dgm:pt modelId="{5CA5F40F-7B74-46ED-AC6C-41D6EF4FD2BB}" type="sibTrans" cxnId="{2533E41F-90C7-4D70-AF0B-415D9AFA12A1}">
      <dgm:prSet/>
      <dgm:spPr/>
      <dgm:t>
        <a:bodyPr/>
        <a:lstStyle/>
        <a:p>
          <a:endParaRPr lang="en-US"/>
        </a:p>
      </dgm:t>
    </dgm:pt>
    <dgm:pt modelId="{BF482419-F48F-45FE-B96E-B4E3D91E0392}" type="pres">
      <dgm:prSet presAssocID="{E0E1BA7F-DF90-40DB-BFA1-6DBAA97E100F}" presName="diagram" presStyleCnt="0">
        <dgm:presLayoutVars>
          <dgm:dir/>
          <dgm:resizeHandles val="exact"/>
        </dgm:presLayoutVars>
      </dgm:prSet>
      <dgm:spPr/>
    </dgm:pt>
    <dgm:pt modelId="{749933AB-11AE-4652-A728-77CFE5F8B6B7}" type="pres">
      <dgm:prSet presAssocID="{1E6C456D-6891-4381-A3AB-9E9D99136F0E}" presName="node" presStyleLbl="node1" presStyleIdx="0" presStyleCnt="5">
        <dgm:presLayoutVars>
          <dgm:bulletEnabled val="1"/>
        </dgm:presLayoutVars>
      </dgm:prSet>
      <dgm:spPr/>
    </dgm:pt>
    <dgm:pt modelId="{61F1D281-36D2-4AAA-9EE3-F4B003DC4F49}" type="pres">
      <dgm:prSet presAssocID="{7838BF82-F35F-43A5-98A7-116599105E1A}" presName="sibTrans" presStyleCnt="0"/>
      <dgm:spPr/>
    </dgm:pt>
    <dgm:pt modelId="{D97DB03B-7688-411E-95BB-7F803DC2D4CA}" type="pres">
      <dgm:prSet presAssocID="{75A8BFCF-7920-45A4-AE1F-429619C5B2DE}" presName="node" presStyleLbl="node1" presStyleIdx="1" presStyleCnt="5">
        <dgm:presLayoutVars>
          <dgm:bulletEnabled val="1"/>
        </dgm:presLayoutVars>
      </dgm:prSet>
      <dgm:spPr/>
    </dgm:pt>
    <dgm:pt modelId="{E5ABF7D0-8A0C-4A4C-9B67-2C49C5C6ABA5}" type="pres">
      <dgm:prSet presAssocID="{F30D3907-0C3D-4730-9A0A-5799FE908E3A}" presName="sibTrans" presStyleCnt="0"/>
      <dgm:spPr/>
    </dgm:pt>
    <dgm:pt modelId="{80CDA838-1C42-4808-BDAB-38BB7525B8C2}" type="pres">
      <dgm:prSet presAssocID="{E7E5D873-40C5-4C77-8A39-4CB875019D45}" presName="node" presStyleLbl="node1" presStyleIdx="2" presStyleCnt="5">
        <dgm:presLayoutVars>
          <dgm:bulletEnabled val="1"/>
        </dgm:presLayoutVars>
      </dgm:prSet>
      <dgm:spPr/>
    </dgm:pt>
    <dgm:pt modelId="{046DC292-7C74-4440-97AB-50C5C6BB67F8}" type="pres">
      <dgm:prSet presAssocID="{F2329DA3-D2D6-4792-B434-9401759FD913}" presName="sibTrans" presStyleCnt="0"/>
      <dgm:spPr/>
    </dgm:pt>
    <dgm:pt modelId="{1E7AAB97-71C0-4D07-AF1E-0DE628C00F9B}" type="pres">
      <dgm:prSet presAssocID="{5BE76522-AE29-4CA2-8528-FB95CBA7D7BC}" presName="node" presStyleLbl="node1" presStyleIdx="3" presStyleCnt="5">
        <dgm:presLayoutVars>
          <dgm:bulletEnabled val="1"/>
        </dgm:presLayoutVars>
      </dgm:prSet>
      <dgm:spPr/>
    </dgm:pt>
    <dgm:pt modelId="{F1A8DB2C-465D-4A3C-8BA0-7E29E51F3116}" type="pres">
      <dgm:prSet presAssocID="{DC93EB15-1267-4FF1-9B45-E79167424453}" presName="sibTrans" presStyleCnt="0"/>
      <dgm:spPr/>
    </dgm:pt>
    <dgm:pt modelId="{F19EE55C-BC71-49BE-A78E-2F16F411B057}" type="pres">
      <dgm:prSet presAssocID="{73F756F8-4071-463B-8301-73B7643AF27E}" presName="node" presStyleLbl="node1" presStyleIdx="4" presStyleCnt="5">
        <dgm:presLayoutVars>
          <dgm:bulletEnabled val="1"/>
        </dgm:presLayoutVars>
      </dgm:prSet>
      <dgm:spPr/>
    </dgm:pt>
  </dgm:ptLst>
  <dgm:cxnLst>
    <dgm:cxn modelId="{FDB20C12-D4E5-4F9E-A123-96DAD83F2926}" type="presOf" srcId="{1E6C456D-6891-4381-A3AB-9E9D99136F0E}" destId="{749933AB-11AE-4652-A728-77CFE5F8B6B7}" srcOrd="0" destOrd="0" presId="urn:microsoft.com/office/officeart/2005/8/layout/default"/>
    <dgm:cxn modelId="{2533E41F-90C7-4D70-AF0B-415D9AFA12A1}" srcId="{E0E1BA7F-DF90-40DB-BFA1-6DBAA97E100F}" destId="{73F756F8-4071-463B-8301-73B7643AF27E}" srcOrd="4" destOrd="0" parTransId="{91F63789-C56C-4C09-849B-15A95F6B42E9}" sibTransId="{5CA5F40F-7B74-46ED-AC6C-41D6EF4FD2BB}"/>
    <dgm:cxn modelId="{20C0FF25-AC80-47CA-8BB3-0A8383C125EB}" type="presOf" srcId="{75A8BFCF-7920-45A4-AE1F-429619C5B2DE}" destId="{D97DB03B-7688-411E-95BB-7F803DC2D4CA}" srcOrd="0" destOrd="0" presId="urn:microsoft.com/office/officeart/2005/8/layout/default"/>
    <dgm:cxn modelId="{9A0D3F6C-F06C-4135-BCE8-3D00E850E343}" type="presOf" srcId="{E0E1BA7F-DF90-40DB-BFA1-6DBAA97E100F}" destId="{BF482419-F48F-45FE-B96E-B4E3D91E0392}" srcOrd="0" destOrd="0" presId="urn:microsoft.com/office/officeart/2005/8/layout/default"/>
    <dgm:cxn modelId="{2FCCD959-3169-40F4-96B9-688FF93B6444}" srcId="{E0E1BA7F-DF90-40DB-BFA1-6DBAA97E100F}" destId="{5BE76522-AE29-4CA2-8528-FB95CBA7D7BC}" srcOrd="3" destOrd="0" parTransId="{AD147393-B122-4A34-A2F4-C5ACF34C8E44}" sibTransId="{DC93EB15-1267-4FF1-9B45-E79167424453}"/>
    <dgm:cxn modelId="{E8B8DF92-95D1-497A-A141-9CFC68661B01}" type="presOf" srcId="{E7E5D873-40C5-4C77-8A39-4CB875019D45}" destId="{80CDA838-1C42-4808-BDAB-38BB7525B8C2}" srcOrd="0" destOrd="0" presId="urn:microsoft.com/office/officeart/2005/8/layout/default"/>
    <dgm:cxn modelId="{0D4B67A1-0E07-4CDD-A47F-4DAEA040E810}" srcId="{E0E1BA7F-DF90-40DB-BFA1-6DBAA97E100F}" destId="{75A8BFCF-7920-45A4-AE1F-429619C5B2DE}" srcOrd="1" destOrd="0" parTransId="{88E890EC-45B2-4C24-9979-E8ACC7D7BD63}" sibTransId="{F30D3907-0C3D-4730-9A0A-5799FE908E3A}"/>
    <dgm:cxn modelId="{BF8546C5-7C25-49D6-81AA-D015C7295791}" type="presOf" srcId="{5BE76522-AE29-4CA2-8528-FB95CBA7D7BC}" destId="{1E7AAB97-71C0-4D07-AF1E-0DE628C00F9B}" srcOrd="0" destOrd="0" presId="urn:microsoft.com/office/officeart/2005/8/layout/default"/>
    <dgm:cxn modelId="{553E63CA-458F-4F86-B4D4-15A3340E2A40}" srcId="{E0E1BA7F-DF90-40DB-BFA1-6DBAA97E100F}" destId="{1E6C456D-6891-4381-A3AB-9E9D99136F0E}" srcOrd="0" destOrd="0" parTransId="{7070FA02-7715-47AF-994F-CFF8798C1172}" sibTransId="{7838BF82-F35F-43A5-98A7-116599105E1A}"/>
    <dgm:cxn modelId="{3B9C38D1-CC22-40A1-A531-40CBE3C9ABAF}" srcId="{E0E1BA7F-DF90-40DB-BFA1-6DBAA97E100F}" destId="{E7E5D873-40C5-4C77-8A39-4CB875019D45}" srcOrd="2" destOrd="0" parTransId="{C74872E2-FCA2-4A20-A247-1557CAA214EF}" sibTransId="{F2329DA3-D2D6-4792-B434-9401759FD913}"/>
    <dgm:cxn modelId="{B7139EE4-2417-45DD-9E10-0C5A45F4EB4F}" type="presOf" srcId="{73F756F8-4071-463B-8301-73B7643AF27E}" destId="{F19EE55C-BC71-49BE-A78E-2F16F411B057}" srcOrd="0" destOrd="0" presId="urn:microsoft.com/office/officeart/2005/8/layout/default"/>
    <dgm:cxn modelId="{3B25E9AA-F5A1-4408-9E5B-B389D3064F0C}" type="presParOf" srcId="{BF482419-F48F-45FE-B96E-B4E3D91E0392}" destId="{749933AB-11AE-4652-A728-77CFE5F8B6B7}" srcOrd="0" destOrd="0" presId="urn:microsoft.com/office/officeart/2005/8/layout/default"/>
    <dgm:cxn modelId="{D4AB9443-E93B-4F8B-8578-B65E88430F7F}" type="presParOf" srcId="{BF482419-F48F-45FE-B96E-B4E3D91E0392}" destId="{61F1D281-36D2-4AAA-9EE3-F4B003DC4F49}" srcOrd="1" destOrd="0" presId="urn:microsoft.com/office/officeart/2005/8/layout/default"/>
    <dgm:cxn modelId="{0557DD6D-7781-4261-9418-F3AE2A6FDD38}" type="presParOf" srcId="{BF482419-F48F-45FE-B96E-B4E3D91E0392}" destId="{D97DB03B-7688-411E-95BB-7F803DC2D4CA}" srcOrd="2" destOrd="0" presId="urn:microsoft.com/office/officeart/2005/8/layout/default"/>
    <dgm:cxn modelId="{AA959727-9187-43B6-BB44-D2B4380B6A33}" type="presParOf" srcId="{BF482419-F48F-45FE-B96E-B4E3D91E0392}" destId="{E5ABF7D0-8A0C-4A4C-9B67-2C49C5C6ABA5}" srcOrd="3" destOrd="0" presId="urn:microsoft.com/office/officeart/2005/8/layout/default"/>
    <dgm:cxn modelId="{7552551F-AFA3-47FA-B305-F61A306CEE80}" type="presParOf" srcId="{BF482419-F48F-45FE-B96E-B4E3D91E0392}" destId="{80CDA838-1C42-4808-BDAB-38BB7525B8C2}" srcOrd="4" destOrd="0" presId="urn:microsoft.com/office/officeart/2005/8/layout/default"/>
    <dgm:cxn modelId="{17CA65F3-E4BE-4920-84E0-FC195FD20EEE}" type="presParOf" srcId="{BF482419-F48F-45FE-B96E-B4E3D91E0392}" destId="{046DC292-7C74-4440-97AB-50C5C6BB67F8}" srcOrd="5" destOrd="0" presId="urn:microsoft.com/office/officeart/2005/8/layout/default"/>
    <dgm:cxn modelId="{1A4D2B00-481D-4499-8979-C79B3AB2CDB7}" type="presParOf" srcId="{BF482419-F48F-45FE-B96E-B4E3D91E0392}" destId="{1E7AAB97-71C0-4D07-AF1E-0DE628C00F9B}" srcOrd="6" destOrd="0" presId="urn:microsoft.com/office/officeart/2005/8/layout/default"/>
    <dgm:cxn modelId="{3CF73669-B4C8-4C67-AB86-0EDAC7015E52}" type="presParOf" srcId="{BF482419-F48F-45FE-B96E-B4E3D91E0392}" destId="{F1A8DB2C-465D-4A3C-8BA0-7E29E51F3116}" srcOrd="7" destOrd="0" presId="urn:microsoft.com/office/officeart/2005/8/layout/default"/>
    <dgm:cxn modelId="{58EDD313-D3A1-4C66-BFFE-CD7D0DB523DA}" type="presParOf" srcId="{BF482419-F48F-45FE-B96E-B4E3D91E0392}" destId="{F19EE55C-BC71-49BE-A78E-2F16F411B05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D2961D-DFCC-437B-930F-6187092556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C2E1D9-C27B-4275-B7E2-9674835DD9A6}">
      <dgm:prSet/>
      <dgm:spPr/>
      <dgm:t>
        <a:bodyPr/>
        <a:lstStyle/>
        <a:p>
          <a:r>
            <a:rPr lang="en-US"/>
            <a:t>Deep Q-Learning</a:t>
          </a:r>
        </a:p>
      </dgm:t>
    </dgm:pt>
    <dgm:pt modelId="{2B6E32F7-8767-4AD8-B3AE-287DF4A161E0}" type="parTrans" cxnId="{0351F9AE-D597-4A89-9920-87C5D5843B01}">
      <dgm:prSet/>
      <dgm:spPr/>
      <dgm:t>
        <a:bodyPr/>
        <a:lstStyle/>
        <a:p>
          <a:endParaRPr lang="en-US"/>
        </a:p>
      </dgm:t>
    </dgm:pt>
    <dgm:pt modelId="{3781E37D-64E0-424A-AA8E-42F837204697}" type="sibTrans" cxnId="{0351F9AE-D597-4A89-9920-87C5D5843B01}">
      <dgm:prSet/>
      <dgm:spPr/>
      <dgm:t>
        <a:bodyPr/>
        <a:lstStyle/>
        <a:p>
          <a:endParaRPr lang="en-US"/>
        </a:p>
      </dgm:t>
    </dgm:pt>
    <dgm:pt modelId="{955D54C7-F3AE-44A5-9149-58D6172C3D02}">
      <dgm:prSet/>
      <dgm:spPr/>
      <dgm:t>
        <a:bodyPr/>
        <a:lstStyle/>
        <a:p>
          <a:r>
            <a:rPr lang="en-US"/>
            <a:t>Policy Gradient Methods</a:t>
          </a:r>
        </a:p>
      </dgm:t>
    </dgm:pt>
    <dgm:pt modelId="{D2A3D5D8-528A-4B44-8EAF-F788B38B1B2D}" type="parTrans" cxnId="{319FC116-D283-457C-98EB-957E8C9F8C11}">
      <dgm:prSet/>
      <dgm:spPr/>
      <dgm:t>
        <a:bodyPr/>
        <a:lstStyle/>
        <a:p>
          <a:endParaRPr lang="en-US"/>
        </a:p>
      </dgm:t>
    </dgm:pt>
    <dgm:pt modelId="{83BF9166-5AE7-40C3-BEEC-E6527567F678}" type="sibTrans" cxnId="{319FC116-D283-457C-98EB-957E8C9F8C11}">
      <dgm:prSet/>
      <dgm:spPr/>
      <dgm:t>
        <a:bodyPr/>
        <a:lstStyle/>
        <a:p>
          <a:endParaRPr lang="en-US"/>
        </a:p>
      </dgm:t>
    </dgm:pt>
    <dgm:pt modelId="{CFCCE1C7-3620-4A3C-852B-FA8778F6C132}">
      <dgm:prSet/>
      <dgm:spPr/>
      <dgm:t>
        <a:bodyPr/>
        <a:lstStyle/>
        <a:p>
          <a:r>
            <a:rPr lang="en-US"/>
            <a:t>Actor-Critic Methods</a:t>
          </a:r>
        </a:p>
      </dgm:t>
    </dgm:pt>
    <dgm:pt modelId="{3B08A684-379E-4001-B362-A93313ED75DA}" type="parTrans" cxnId="{6BD81B2F-DFB7-45CF-9AFE-0F3384AF2CF3}">
      <dgm:prSet/>
      <dgm:spPr/>
      <dgm:t>
        <a:bodyPr/>
        <a:lstStyle/>
        <a:p>
          <a:endParaRPr lang="en-US"/>
        </a:p>
      </dgm:t>
    </dgm:pt>
    <dgm:pt modelId="{89929ABB-07DC-4068-A89E-5F908C052764}" type="sibTrans" cxnId="{6BD81B2F-DFB7-45CF-9AFE-0F3384AF2CF3}">
      <dgm:prSet/>
      <dgm:spPr/>
      <dgm:t>
        <a:bodyPr/>
        <a:lstStyle/>
        <a:p>
          <a:endParaRPr lang="en-US"/>
        </a:p>
      </dgm:t>
    </dgm:pt>
    <dgm:pt modelId="{9798B8FC-46D4-484D-BA18-7F6B19512482}">
      <dgm:prSet/>
      <dgm:spPr/>
      <dgm:t>
        <a:bodyPr/>
        <a:lstStyle/>
        <a:p>
          <a:r>
            <a:rPr lang="en-US"/>
            <a:t>Proximal Policy Optimization</a:t>
          </a:r>
        </a:p>
      </dgm:t>
    </dgm:pt>
    <dgm:pt modelId="{D6BCEB40-61F1-4FF4-8485-DE6AFE73BA4E}" type="parTrans" cxnId="{EC734D09-531A-43FA-B23A-430A6ECF66F7}">
      <dgm:prSet/>
      <dgm:spPr/>
      <dgm:t>
        <a:bodyPr/>
        <a:lstStyle/>
        <a:p>
          <a:endParaRPr lang="en-US"/>
        </a:p>
      </dgm:t>
    </dgm:pt>
    <dgm:pt modelId="{E3AE6901-54FA-4FEC-B64E-8804015C40BA}" type="sibTrans" cxnId="{EC734D09-531A-43FA-B23A-430A6ECF66F7}">
      <dgm:prSet/>
      <dgm:spPr/>
      <dgm:t>
        <a:bodyPr/>
        <a:lstStyle/>
        <a:p>
          <a:endParaRPr lang="en-US"/>
        </a:p>
      </dgm:t>
    </dgm:pt>
    <dgm:pt modelId="{FF6B4B22-A92C-4668-8056-9309037BD162}" type="pres">
      <dgm:prSet presAssocID="{2ED2961D-DFCC-437B-930F-61870925564F}" presName="linear" presStyleCnt="0">
        <dgm:presLayoutVars>
          <dgm:animLvl val="lvl"/>
          <dgm:resizeHandles val="exact"/>
        </dgm:presLayoutVars>
      </dgm:prSet>
      <dgm:spPr/>
    </dgm:pt>
    <dgm:pt modelId="{619A28F4-8768-4EBD-90D9-F60019A58972}" type="pres">
      <dgm:prSet presAssocID="{81C2E1D9-C27B-4275-B7E2-9674835DD9A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51ED02-7AEA-472B-8E39-E25658A9EC18}" type="pres">
      <dgm:prSet presAssocID="{3781E37D-64E0-424A-AA8E-42F837204697}" presName="spacer" presStyleCnt="0"/>
      <dgm:spPr/>
    </dgm:pt>
    <dgm:pt modelId="{1A806C4B-D3C5-483D-BD8A-E174F6798F32}" type="pres">
      <dgm:prSet presAssocID="{955D54C7-F3AE-44A5-9149-58D6172C3D0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D5903A-0D46-4A09-9F16-A5192BEF25F3}" type="pres">
      <dgm:prSet presAssocID="{83BF9166-5AE7-40C3-BEEC-E6527567F678}" presName="spacer" presStyleCnt="0"/>
      <dgm:spPr/>
    </dgm:pt>
    <dgm:pt modelId="{088F4621-A898-4DC5-AEDE-0012CF932596}" type="pres">
      <dgm:prSet presAssocID="{CFCCE1C7-3620-4A3C-852B-FA8778F6C13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32298C7-B96A-4FE4-984E-47B2B3D280F6}" type="pres">
      <dgm:prSet presAssocID="{89929ABB-07DC-4068-A89E-5F908C052764}" presName="spacer" presStyleCnt="0"/>
      <dgm:spPr/>
    </dgm:pt>
    <dgm:pt modelId="{90001B11-A4B5-45C6-AF97-18339DEE0275}" type="pres">
      <dgm:prSet presAssocID="{9798B8FC-46D4-484D-BA18-7F6B1951248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C734D09-531A-43FA-B23A-430A6ECF66F7}" srcId="{2ED2961D-DFCC-437B-930F-61870925564F}" destId="{9798B8FC-46D4-484D-BA18-7F6B19512482}" srcOrd="3" destOrd="0" parTransId="{D6BCEB40-61F1-4FF4-8485-DE6AFE73BA4E}" sibTransId="{E3AE6901-54FA-4FEC-B64E-8804015C40BA}"/>
    <dgm:cxn modelId="{319FC116-D283-457C-98EB-957E8C9F8C11}" srcId="{2ED2961D-DFCC-437B-930F-61870925564F}" destId="{955D54C7-F3AE-44A5-9149-58D6172C3D02}" srcOrd="1" destOrd="0" parTransId="{D2A3D5D8-528A-4B44-8EAF-F788B38B1B2D}" sibTransId="{83BF9166-5AE7-40C3-BEEC-E6527567F678}"/>
    <dgm:cxn modelId="{6BD81B2F-DFB7-45CF-9AFE-0F3384AF2CF3}" srcId="{2ED2961D-DFCC-437B-930F-61870925564F}" destId="{CFCCE1C7-3620-4A3C-852B-FA8778F6C132}" srcOrd="2" destOrd="0" parTransId="{3B08A684-379E-4001-B362-A93313ED75DA}" sibTransId="{89929ABB-07DC-4068-A89E-5F908C052764}"/>
    <dgm:cxn modelId="{02902352-E7F4-4501-9114-ECD822190F2F}" type="presOf" srcId="{81C2E1D9-C27B-4275-B7E2-9674835DD9A6}" destId="{619A28F4-8768-4EBD-90D9-F60019A58972}" srcOrd="0" destOrd="0" presId="urn:microsoft.com/office/officeart/2005/8/layout/vList2"/>
    <dgm:cxn modelId="{7D96048A-7910-454B-B43A-1B1992DD7D10}" type="presOf" srcId="{955D54C7-F3AE-44A5-9149-58D6172C3D02}" destId="{1A806C4B-D3C5-483D-BD8A-E174F6798F32}" srcOrd="0" destOrd="0" presId="urn:microsoft.com/office/officeart/2005/8/layout/vList2"/>
    <dgm:cxn modelId="{9D024F9B-A0FE-40BA-A049-6C73D7AB4078}" type="presOf" srcId="{2ED2961D-DFCC-437B-930F-61870925564F}" destId="{FF6B4B22-A92C-4668-8056-9309037BD162}" srcOrd="0" destOrd="0" presId="urn:microsoft.com/office/officeart/2005/8/layout/vList2"/>
    <dgm:cxn modelId="{0351F9AE-D597-4A89-9920-87C5D5843B01}" srcId="{2ED2961D-DFCC-437B-930F-61870925564F}" destId="{81C2E1D9-C27B-4275-B7E2-9674835DD9A6}" srcOrd="0" destOrd="0" parTransId="{2B6E32F7-8767-4AD8-B3AE-287DF4A161E0}" sibTransId="{3781E37D-64E0-424A-AA8E-42F837204697}"/>
    <dgm:cxn modelId="{B5EC87B6-CE78-4EAD-93E6-BFCC1E3527D7}" type="presOf" srcId="{CFCCE1C7-3620-4A3C-852B-FA8778F6C132}" destId="{088F4621-A898-4DC5-AEDE-0012CF932596}" srcOrd="0" destOrd="0" presId="urn:microsoft.com/office/officeart/2005/8/layout/vList2"/>
    <dgm:cxn modelId="{6A82BBF0-D455-46AC-B058-6F62E887AFB4}" type="presOf" srcId="{9798B8FC-46D4-484D-BA18-7F6B19512482}" destId="{90001B11-A4B5-45C6-AF97-18339DEE0275}" srcOrd="0" destOrd="0" presId="urn:microsoft.com/office/officeart/2005/8/layout/vList2"/>
    <dgm:cxn modelId="{E9F9946F-3CA0-42B2-AD98-4FADBFC06E94}" type="presParOf" srcId="{FF6B4B22-A92C-4668-8056-9309037BD162}" destId="{619A28F4-8768-4EBD-90D9-F60019A58972}" srcOrd="0" destOrd="0" presId="urn:microsoft.com/office/officeart/2005/8/layout/vList2"/>
    <dgm:cxn modelId="{D23AE279-70DE-4918-AE04-F6F30BFE8556}" type="presParOf" srcId="{FF6B4B22-A92C-4668-8056-9309037BD162}" destId="{F751ED02-7AEA-472B-8E39-E25658A9EC18}" srcOrd="1" destOrd="0" presId="urn:microsoft.com/office/officeart/2005/8/layout/vList2"/>
    <dgm:cxn modelId="{C177AC93-90E6-4332-9649-5509DD652F73}" type="presParOf" srcId="{FF6B4B22-A92C-4668-8056-9309037BD162}" destId="{1A806C4B-D3C5-483D-BD8A-E174F6798F32}" srcOrd="2" destOrd="0" presId="urn:microsoft.com/office/officeart/2005/8/layout/vList2"/>
    <dgm:cxn modelId="{086B6C47-2A86-4920-A184-42245FBEF9B0}" type="presParOf" srcId="{FF6B4B22-A92C-4668-8056-9309037BD162}" destId="{B9D5903A-0D46-4A09-9F16-A5192BEF25F3}" srcOrd="3" destOrd="0" presId="urn:microsoft.com/office/officeart/2005/8/layout/vList2"/>
    <dgm:cxn modelId="{D5FB1861-887F-4118-98BF-CDE4A4494EA1}" type="presParOf" srcId="{FF6B4B22-A92C-4668-8056-9309037BD162}" destId="{088F4621-A898-4DC5-AEDE-0012CF932596}" srcOrd="4" destOrd="0" presId="urn:microsoft.com/office/officeart/2005/8/layout/vList2"/>
    <dgm:cxn modelId="{136EE90A-643E-4A07-B63E-7CECA6428327}" type="presParOf" srcId="{FF6B4B22-A92C-4668-8056-9309037BD162}" destId="{932298C7-B96A-4FE4-984E-47B2B3D280F6}" srcOrd="5" destOrd="0" presId="urn:microsoft.com/office/officeart/2005/8/layout/vList2"/>
    <dgm:cxn modelId="{8516BB1E-C07B-43DA-B6B6-E6CCCFB5BF0E}" type="presParOf" srcId="{FF6B4B22-A92C-4668-8056-9309037BD162}" destId="{90001B11-A4B5-45C6-AF97-18339DEE027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FE14AA-26DC-4C53-859A-EDB82557E6F5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60C76B5-6BDD-439D-8C7E-ED0881B49AE5}">
      <dgm:prSet/>
      <dgm:spPr/>
      <dgm:t>
        <a:bodyPr/>
        <a:lstStyle/>
        <a:p>
          <a:r>
            <a:rPr lang="en-US"/>
            <a:t>Understand</a:t>
          </a:r>
        </a:p>
      </dgm:t>
    </dgm:pt>
    <dgm:pt modelId="{FE8DE270-B0E5-499D-AFC0-B76A3717A014}" type="parTrans" cxnId="{B698BA24-D5AC-42B5-AF87-82CAE05DC443}">
      <dgm:prSet/>
      <dgm:spPr/>
      <dgm:t>
        <a:bodyPr/>
        <a:lstStyle/>
        <a:p>
          <a:endParaRPr lang="en-US"/>
        </a:p>
      </dgm:t>
    </dgm:pt>
    <dgm:pt modelId="{26A6B361-B26D-4291-A1C8-AEA5251EFD1A}" type="sibTrans" cxnId="{B698BA24-D5AC-42B5-AF87-82CAE05DC443}">
      <dgm:prSet/>
      <dgm:spPr/>
      <dgm:t>
        <a:bodyPr/>
        <a:lstStyle/>
        <a:p>
          <a:endParaRPr lang="en-US"/>
        </a:p>
      </dgm:t>
    </dgm:pt>
    <dgm:pt modelId="{9437EA98-1BE2-4D2D-925C-F071B8CAFDC4}">
      <dgm:prSet/>
      <dgm:spPr/>
      <dgm:t>
        <a:bodyPr/>
        <a:lstStyle/>
        <a:p>
          <a:r>
            <a:rPr lang="en-US"/>
            <a:t>Understand core RL concepts and terminology</a:t>
          </a:r>
        </a:p>
      </dgm:t>
    </dgm:pt>
    <dgm:pt modelId="{9F2AA517-D2CF-463E-B88B-22B7F39C017C}" type="parTrans" cxnId="{4CFB65C8-4981-4F6F-A96A-2344A1E17D8C}">
      <dgm:prSet/>
      <dgm:spPr/>
      <dgm:t>
        <a:bodyPr/>
        <a:lstStyle/>
        <a:p>
          <a:endParaRPr lang="en-US"/>
        </a:p>
      </dgm:t>
    </dgm:pt>
    <dgm:pt modelId="{29524DF8-178D-41B5-AB7A-B4F5CE9BF13E}" type="sibTrans" cxnId="{4CFB65C8-4981-4F6F-A96A-2344A1E17D8C}">
      <dgm:prSet/>
      <dgm:spPr/>
      <dgm:t>
        <a:bodyPr/>
        <a:lstStyle/>
        <a:p>
          <a:endParaRPr lang="en-US"/>
        </a:p>
      </dgm:t>
    </dgm:pt>
    <dgm:pt modelId="{82742B78-4C94-4F53-896C-AA86E022FCCA}">
      <dgm:prSet/>
      <dgm:spPr/>
      <dgm:t>
        <a:bodyPr/>
        <a:lstStyle/>
        <a:p>
          <a:r>
            <a:rPr lang="en-US"/>
            <a:t>Implement</a:t>
          </a:r>
        </a:p>
      </dgm:t>
    </dgm:pt>
    <dgm:pt modelId="{AE63A1C9-992C-4198-A7C1-E9F4C2E786D6}" type="parTrans" cxnId="{A53A46D0-E746-45C3-B35E-28418F1B9659}">
      <dgm:prSet/>
      <dgm:spPr/>
      <dgm:t>
        <a:bodyPr/>
        <a:lstStyle/>
        <a:p>
          <a:endParaRPr lang="en-US"/>
        </a:p>
      </dgm:t>
    </dgm:pt>
    <dgm:pt modelId="{F4178173-F49A-4AE8-852B-4096CE9566B0}" type="sibTrans" cxnId="{A53A46D0-E746-45C3-B35E-28418F1B9659}">
      <dgm:prSet/>
      <dgm:spPr/>
      <dgm:t>
        <a:bodyPr/>
        <a:lstStyle/>
        <a:p>
          <a:endParaRPr lang="en-US"/>
        </a:p>
      </dgm:t>
    </dgm:pt>
    <dgm:pt modelId="{30782D4F-FBCA-407D-9D72-9FF42BE039C4}">
      <dgm:prSet/>
      <dgm:spPr/>
      <dgm:t>
        <a:bodyPr/>
        <a:lstStyle/>
        <a:p>
          <a:r>
            <a:rPr lang="en-US"/>
            <a:t>Implement basic RL algorithms from scratch</a:t>
          </a:r>
        </a:p>
      </dgm:t>
    </dgm:pt>
    <dgm:pt modelId="{B4275D7E-0A22-43C6-8FF5-A9A9C51B2D22}" type="parTrans" cxnId="{350BEB1F-8133-47DB-B746-C16E68ED4504}">
      <dgm:prSet/>
      <dgm:spPr/>
      <dgm:t>
        <a:bodyPr/>
        <a:lstStyle/>
        <a:p>
          <a:endParaRPr lang="en-US"/>
        </a:p>
      </dgm:t>
    </dgm:pt>
    <dgm:pt modelId="{33C1982F-B83D-487B-B94B-E9DDB366B15E}" type="sibTrans" cxnId="{350BEB1F-8133-47DB-B746-C16E68ED4504}">
      <dgm:prSet/>
      <dgm:spPr/>
      <dgm:t>
        <a:bodyPr/>
        <a:lstStyle/>
        <a:p>
          <a:endParaRPr lang="en-US"/>
        </a:p>
      </dgm:t>
    </dgm:pt>
    <dgm:pt modelId="{D7E3BDA7-6539-424E-980D-7AD6C930F65D}">
      <dgm:prSet/>
      <dgm:spPr/>
      <dgm:t>
        <a:bodyPr/>
        <a:lstStyle/>
        <a:p>
          <a:r>
            <a:rPr lang="en-US"/>
            <a:t>Apply</a:t>
          </a:r>
        </a:p>
      </dgm:t>
    </dgm:pt>
    <dgm:pt modelId="{130BFEB6-0EFD-4749-9EB6-B02A4D153DCA}" type="parTrans" cxnId="{E7D9D586-F664-4C83-A434-1CC2BCBB5B9A}">
      <dgm:prSet/>
      <dgm:spPr/>
      <dgm:t>
        <a:bodyPr/>
        <a:lstStyle/>
        <a:p>
          <a:endParaRPr lang="en-US"/>
        </a:p>
      </dgm:t>
    </dgm:pt>
    <dgm:pt modelId="{8F7D8A50-9940-4488-8A6D-C5A92D4E7F2D}" type="sibTrans" cxnId="{E7D9D586-F664-4C83-A434-1CC2BCBB5B9A}">
      <dgm:prSet/>
      <dgm:spPr/>
      <dgm:t>
        <a:bodyPr/>
        <a:lstStyle/>
        <a:p>
          <a:endParaRPr lang="en-US"/>
        </a:p>
      </dgm:t>
    </dgm:pt>
    <dgm:pt modelId="{74757DE8-D813-4C23-9E7E-57A1FF1FABC1}">
      <dgm:prSet/>
      <dgm:spPr/>
      <dgm:t>
        <a:bodyPr/>
        <a:lstStyle/>
        <a:p>
          <a:r>
            <a:rPr lang="en-US"/>
            <a:t>Apply RL techniques to solve real-world problems</a:t>
          </a:r>
        </a:p>
      </dgm:t>
    </dgm:pt>
    <dgm:pt modelId="{47595C3A-81FF-4B89-BA09-342D7AB9977E}" type="parTrans" cxnId="{68571112-49FD-44C1-88FF-EA55B370142F}">
      <dgm:prSet/>
      <dgm:spPr/>
      <dgm:t>
        <a:bodyPr/>
        <a:lstStyle/>
        <a:p>
          <a:endParaRPr lang="en-US"/>
        </a:p>
      </dgm:t>
    </dgm:pt>
    <dgm:pt modelId="{28EBB270-1270-4D79-826A-EE8E55F91536}" type="sibTrans" cxnId="{68571112-49FD-44C1-88FF-EA55B370142F}">
      <dgm:prSet/>
      <dgm:spPr/>
      <dgm:t>
        <a:bodyPr/>
        <a:lstStyle/>
        <a:p>
          <a:endParaRPr lang="en-US"/>
        </a:p>
      </dgm:t>
    </dgm:pt>
    <dgm:pt modelId="{2B7F501E-BEB7-4F45-AC82-5421A147E59D}">
      <dgm:prSet/>
      <dgm:spPr/>
      <dgm:t>
        <a:bodyPr/>
        <a:lstStyle/>
        <a:p>
          <a:r>
            <a:rPr lang="en-US"/>
            <a:t>Evaluate and compare</a:t>
          </a:r>
        </a:p>
      </dgm:t>
    </dgm:pt>
    <dgm:pt modelId="{E4F41D79-54C2-41C5-BB60-D8963EFCCD3E}" type="parTrans" cxnId="{D8D5EEBE-01B6-4BAA-9749-7622C79B200D}">
      <dgm:prSet/>
      <dgm:spPr/>
      <dgm:t>
        <a:bodyPr/>
        <a:lstStyle/>
        <a:p>
          <a:endParaRPr lang="en-US"/>
        </a:p>
      </dgm:t>
    </dgm:pt>
    <dgm:pt modelId="{2746EFEB-5CA9-4021-BC30-752118411949}" type="sibTrans" cxnId="{D8D5EEBE-01B6-4BAA-9749-7622C79B200D}">
      <dgm:prSet/>
      <dgm:spPr/>
      <dgm:t>
        <a:bodyPr/>
        <a:lstStyle/>
        <a:p>
          <a:endParaRPr lang="en-US"/>
        </a:p>
      </dgm:t>
    </dgm:pt>
    <dgm:pt modelId="{AF2C59BD-62E8-41AA-A6B2-A0E78BCF1693}">
      <dgm:prSet/>
      <dgm:spPr/>
      <dgm:t>
        <a:bodyPr/>
        <a:lstStyle/>
        <a:p>
          <a:r>
            <a:rPr lang="en-US"/>
            <a:t>Evaluate and compare different RL approaches</a:t>
          </a:r>
        </a:p>
      </dgm:t>
    </dgm:pt>
    <dgm:pt modelId="{380FDB50-DD37-4726-908D-47496A90355E}" type="parTrans" cxnId="{357525D5-31D3-427C-B7C3-36506709158B}">
      <dgm:prSet/>
      <dgm:spPr/>
      <dgm:t>
        <a:bodyPr/>
        <a:lstStyle/>
        <a:p>
          <a:endParaRPr lang="en-US"/>
        </a:p>
      </dgm:t>
    </dgm:pt>
    <dgm:pt modelId="{05D1EEB2-F6E5-44E4-8188-C1678A367763}" type="sibTrans" cxnId="{357525D5-31D3-427C-B7C3-36506709158B}">
      <dgm:prSet/>
      <dgm:spPr/>
      <dgm:t>
        <a:bodyPr/>
        <a:lstStyle/>
        <a:p>
          <a:endParaRPr lang="en-US"/>
        </a:p>
      </dgm:t>
    </dgm:pt>
    <dgm:pt modelId="{680DB703-811E-40D5-AD99-C97C65E31A72}">
      <dgm:prSet/>
      <dgm:spPr/>
      <dgm:t>
        <a:bodyPr/>
        <a:lstStyle/>
        <a:p>
          <a:r>
            <a:rPr lang="en-US"/>
            <a:t>Design and conduct</a:t>
          </a:r>
        </a:p>
      </dgm:t>
    </dgm:pt>
    <dgm:pt modelId="{7BB99703-39CF-4D1F-B7AE-771E2DC0F32C}" type="parTrans" cxnId="{140CE9BA-B989-449F-8EAF-363B71DC2190}">
      <dgm:prSet/>
      <dgm:spPr/>
      <dgm:t>
        <a:bodyPr/>
        <a:lstStyle/>
        <a:p>
          <a:endParaRPr lang="en-US"/>
        </a:p>
      </dgm:t>
    </dgm:pt>
    <dgm:pt modelId="{669065CE-CD97-4EE4-AF75-E1332EC13518}" type="sibTrans" cxnId="{140CE9BA-B989-449F-8EAF-363B71DC2190}">
      <dgm:prSet/>
      <dgm:spPr/>
      <dgm:t>
        <a:bodyPr/>
        <a:lstStyle/>
        <a:p>
          <a:endParaRPr lang="en-US"/>
        </a:p>
      </dgm:t>
    </dgm:pt>
    <dgm:pt modelId="{C7B1A566-8541-4D10-8BBC-FC18418DB6F6}">
      <dgm:prSet/>
      <dgm:spPr/>
      <dgm:t>
        <a:bodyPr/>
        <a:lstStyle/>
        <a:p>
          <a:r>
            <a:rPr lang="en-US"/>
            <a:t>Design and conduct RL experiments</a:t>
          </a:r>
        </a:p>
      </dgm:t>
    </dgm:pt>
    <dgm:pt modelId="{65367C51-5949-4BC5-A4A6-EA99FE61CDC8}" type="parTrans" cxnId="{B8B68486-A4A1-4E14-9ECA-1E9F6220F23E}">
      <dgm:prSet/>
      <dgm:spPr/>
      <dgm:t>
        <a:bodyPr/>
        <a:lstStyle/>
        <a:p>
          <a:endParaRPr lang="en-US"/>
        </a:p>
      </dgm:t>
    </dgm:pt>
    <dgm:pt modelId="{97B3D2F2-8268-4715-A8E8-ED015A6AAC94}" type="sibTrans" cxnId="{B8B68486-A4A1-4E14-9ECA-1E9F6220F23E}">
      <dgm:prSet/>
      <dgm:spPr/>
      <dgm:t>
        <a:bodyPr/>
        <a:lstStyle/>
        <a:p>
          <a:endParaRPr lang="en-US"/>
        </a:p>
      </dgm:t>
    </dgm:pt>
    <dgm:pt modelId="{5406C7EA-7A16-4C36-9FCE-181084925182}" type="pres">
      <dgm:prSet presAssocID="{19FE14AA-26DC-4C53-859A-EDB82557E6F5}" presName="Name0" presStyleCnt="0">
        <dgm:presLayoutVars>
          <dgm:dir/>
          <dgm:animLvl val="lvl"/>
          <dgm:resizeHandles val="exact"/>
        </dgm:presLayoutVars>
      </dgm:prSet>
      <dgm:spPr/>
    </dgm:pt>
    <dgm:pt modelId="{77F5526B-8000-4880-B01E-0D0BDE12AC25}" type="pres">
      <dgm:prSet presAssocID="{460C76B5-6BDD-439D-8C7E-ED0881B49AE5}" presName="linNode" presStyleCnt="0"/>
      <dgm:spPr/>
    </dgm:pt>
    <dgm:pt modelId="{E5EBED66-0791-4E98-9632-6604B7F3706E}" type="pres">
      <dgm:prSet presAssocID="{460C76B5-6BDD-439D-8C7E-ED0881B49AE5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D3D5D432-A552-447C-B87B-B337C0C39793}" type="pres">
      <dgm:prSet presAssocID="{460C76B5-6BDD-439D-8C7E-ED0881B49AE5}" presName="descendantText" presStyleLbl="alignAccFollowNode1" presStyleIdx="0" presStyleCnt="5">
        <dgm:presLayoutVars>
          <dgm:bulletEnabled/>
        </dgm:presLayoutVars>
      </dgm:prSet>
      <dgm:spPr/>
    </dgm:pt>
    <dgm:pt modelId="{E2596C2E-C7D6-496A-AD2A-99A602CFDF0C}" type="pres">
      <dgm:prSet presAssocID="{26A6B361-B26D-4291-A1C8-AEA5251EFD1A}" presName="sp" presStyleCnt="0"/>
      <dgm:spPr/>
    </dgm:pt>
    <dgm:pt modelId="{0C2D0E1B-A884-424B-A48A-D830C1DD5663}" type="pres">
      <dgm:prSet presAssocID="{82742B78-4C94-4F53-896C-AA86E022FCCA}" presName="linNode" presStyleCnt="0"/>
      <dgm:spPr/>
    </dgm:pt>
    <dgm:pt modelId="{3359EABA-3271-49B8-A47E-1597428D6726}" type="pres">
      <dgm:prSet presAssocID="{82742B78-4C94-4F53-896C-AA86E022FCCA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08BC77EB-271F-4F3A-BB68-CE6BC47D35FF}" type="pres">
      <dgm:prSet presAssocID="{82742B78-4C94-4F53-896C-AA86E022FCCA}" presName="descendantText" presStyleLbl="alignAccFollowNode1" presStyleIdx="1" presStyleCnt="5">
        <dgm:presLayoutVars>
          <dgm:bulletEnabled/>
        </dgm:presLayoutVars>
      </dgm:prSet>
      <dgm:spPr/>
    </dgm:pt>
    <dgm:pt modelId="{9BE47172-30C6-4307-9C53-03E74897B2DD}" type="pres">
      <dgm:prSet presAssocID="{F4178173-F49A-4AE8-852B-4096CE9566B0}" presName="sp" presStyleCnt="0"/>
      <dgm:spPr/>
    </dgm:pt>
    <dgm:pt modelId="{F62EC228-A191-4E41-B23B-5FD61483F3DC}" type="pres">
      <dgm:prSet presAssocID="{D7E3BDA7-6539-424E-980D-7AD6C930F65D}" presName="linNode" presStyleCnt="0"/>
      <dgm:spPr/>
    </dgm:pt>
    <dgm:pt modelId="{98894AF6-BC05-4F84-A3CE-70D047B93585}" type="pres">
      <dgm:prSet presAssocID="{D7E3BDA7-6539-424E-980D-7AD6C930F65D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7910353D-823C-42CF-BF3F-CA90CD84114A}" type="pres">
      <dgm:prSet presAssocID="{D7E3BDA7-6539-424E-980D-7AD6C930F65D}" presName="descendantText" presStyleLbl="alignAccFollowNode1" presStyleIdx="2" presStyleCnt="5">
        <dgm:presLayoutVars>
          <dgm:bulletEnabled/>
        </dgm:presLayoutVars>
      </dgm:prSet>
      <dgm:spPr/>
    </dgm:pt>
    <dgm:pt modelId="{2098EA62-29B1-499B-B82F-E5666F1F9F3D}" type="pres">
      <dgm:prSet presAssocID="{8F7D8A50-9940-4488-8A6D-C5A92D4E7F2D}" presName="sp" presStyleCnt="0"/>
      <dgm:spPr/>
    </dgm:pt>
    <dgm:pt modelId="{9354BA3C-D31C-43E5-9108-94139AE72A32}" type="pres">
      <dgm:prSet presAssocID="{2B7F501E-BEB7-4F45-AC82-5421A147E59D}" presName="linNode" presStyleCnt="0"/>
      <dgm:spPr/>
    </dgm:pt>
    <dgm:pt modelId="{DA8F14EE-B12B-46D2-AA57-073B2B7CF97D}" type="pres">
      <dgm:prSet presAssocID="{2B7F501E-BEB7-4F45-AC82-5421A147E59D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681B8D71-94BD-42AC-8C0A-A2AE533230E4}" type="pres">
      <dgm:prSet presAssocID="{2B7F501E-BEB7-4F45-AC82-5421A147E59D}" presName="descendantText" presStyleLbl="alignAccFollowNode1" presStyleIdx="3" presStyleCnt="5">
        <dgm:presLayoutVars>
          <dgm:bulletEnabled/>
        </dgm:presLayoutVars>
      </dgm:prSet>
      <dgm:spPr/>
    </dgm:pt>
    <dgm:pt modelId="{D1B6814D-9679-4162-A5B4-D826EE890439}" type="pres">
      <dgm:prSet presAssocID="{2746EFEB-5CA9-4021-BC30-752118411949}" presName="sp" presStyleCnt="0"/>
      <dgm:spPr/>
    </dgm:pt>
    <dgm:pt modelId="{983BDD22-0802-4AC2-8D13-8FB604E00897}" type="pres">
      <dgm:prSet presAssocID="{680DB703-811E-40D5-AD99-C97C65E31A72}" presName="linNode" presStyleCnt="0"/>
      <dgm:spPr/>
    </dgm:pt>
    <dgm:pt modelId="{D5519FF8-CB6A-4AEE-8E70-302156D5F30C}" type="pres">
      <dgm:prSet presAssocID="{680DB703-811E-40D5-AD99-C97C65E31A72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1B05FABE-DA0E-448E-B920-E952CEA7453C}" type="pres">
      <dgm:prSet presAssocID="{680DB703-811E-40D5-AD99-C97C65E31A72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8264A003-7B8E-40E9-A79F-76CDF36A8393}" type="presOf" srcId="{D7E3BDA7-6539-424E-980D-7AD6C930F65D}" destId="{98894AF6-BC05-4F84-A3CE-70D047B93585}" srcOrd="0" destOrd="0" presId="urn:microsoft.com/office/officeart/2016/7/layout/VerticalSolidActionList"/>
    <dgm:cxn modelId="{68571112-49FD-44C1-88FF-EA55B370142F}" srcId="{D7E3BDA7-6539-424E-980D-7AD6C930F65D}" destId="{74757DE8-D813-4C23-9E7E-57A1FF1FABC1}" srcOrd="0" destOrd="0" parTransId="{47595C3A-81FF-4B89-BA09-342D7AB9977E}" sibTransId="{28EBB270-1270-4D79-826A-EE8E55F91536}"/>
    <dgm:cxn modelId="{350BEB1F-8133-47DB-B746-C16E68ED4504}" srcId="{82742B78-4C94-4F53-896C-AA86E022FCCA}" destId="{30782D4F-FBCA-407D-9D72-9FF42BE039C4}" srcOrd="0" destOrd="0" parTransId="{B4275D7E-0A22-43C6-8FF5-A9A9C51B2D22}" sibTransId="{33C1982F-B83D-487B-B94B-E9DDB366B15E}"/>
    <dgm:cxn modelId="{B698BA24-D5AC-42B5-AF87-82CAE05DC443}" srcId="{19FE14AA-26DC-4C53-859A-EDB82557E6F5}" destId="{460C76B5-6BDD-439D-8C7E-ED0881B49AE5}" srcOrd="0" destOrd="0" parTransId="{FE8DE270-B0E5-499D-AFC0-B76A3717A014}" sibTransId="{26A6B361-B26D-4291-A1C8-AEA5251EFD1A}"/>
    <dgm:cxn modelId="{22332A62-291F-408E-8390-093FB6F61C13}" type="presOf" srcId="{19FE14AA-26DC-4C53-859A-EDB82557E6F5}" destId="{5406C7EA-7A16-4C36-9FCE-181084925182}" srcOrd="0" destOrd="0" presId="urn:microsoft.com/office/officeart/2016/7/layout/VerticalSolidActionList"/>
    <dgm:cxn modelId="{5A84E184-9A4B-4D28-9C0E-AD9A7848CB3A}" type="presOf" srcId="{74757DE8-D813-4C23-9E7E-57A1FF1FABC1}" destId="{7910353D-823C-42CF-BF3F-CA90CD84114A}" srcOrd="0" destOrd="0" presId="urn:microsoft.com/office/officeart/2016/7/layout/VerticalSolidActionList"/>
    <dgm:cxn modelId="{B8B68486-A4A1-4E14-9ECA-1E9F6220F23E}" srcId="{680DB703-811E-40D5-AD99-C97C65E31A72}" destId="{C7B1A566-8541-4D10-8BBC-FC18418DB6F6}" srcOrd="0" destOrd="0" parTransId="{65367C51-5949-4BC5-A4A6-EA99FE61CDC8}" sibTransId="{97B3D2F2-8268-4715-A8E8-ED015A6AAC94}"/>
    <dgm:cxn modelId="{E7D9D586-F664-4C83-A434-1CC2BCBB5B9A}" srcId="{19FE14AA-26DC-4C53-859A-EDB82557E6F5}" destId="{D7E3BDA7-6539-424E-980D-7AD6C930F65D}" srcOrd="2" destOrd="0" parTransId="{130BFEB6-0EFD-4749-9EB6-B02A4D153DCA}" sibTransId="{8F7D8A50-9940-4488-8A6D-C5A92D4E7F2D}"/>
    <dgm:cxn modelId="{92E16289-39DC-4567-89CD-1C431B30EB66}" type="presOf" srcId="{9437EA98-1BE2-4D2D-925C-F071B8CAFDC4}" destId="{D3D5D432-A552-447C-B87B-B337C0C39793}" srcOrd="0" destOrd="0" presId="urn:microsoft.com/office/officeart/2016/7/layout/VerticalSolidActionList"/>
    <dgm:cxn modelId="{7FE4828F-BE4F-4E2A-A6C8-129E1F6EC6C9}" type="presOf" srcId="{2B7F501E-BEB7-4F45-AC82-5421A147E59D}" destId="{DA8F14EE-B12B-46D2-AA57-073B2B7CF97D}" srcOrd="0" destOrd="0" presId="urn:microsoft.com/office/officeart/2016/7/layout/VerticalSolidActionList"/>
    <dgm:cxn modelId="{9D679190-A9BE-4017-AB35-58A949D0FF73}" type="presOf" srcId="{82742B78-4C94-4F53-896C-AA86E022FCCA}" destId="{3359EABA-3271-49B8-A47E-1597428D6726}" srcOrd="0" destOrd="0" presId="urn:microsoft.com/office/officeart/2016/7/layout/VerticalSolidActionList"/>
    <dgm:cxn modelId="{80544E9A-F9C4-4FF8-A8FC-83F8D13705A9}" type="presOf" srcId="{30782D4F-FBCA-407D-9D72-9FF42BE039C4}" destId="{08BC77EB-271F-4F3A-BB68-CE6BC47D35FF}" srcOrd="0" destOrd="0" presId="urn:microsoft.com/office/officeart/2016/7/layout/VerticalSolidActionList"/>
    <dgm:cxn modelId="{542BA79F-C8A7-4E55-A778-BC5A45F47101}" type="presOf" srcId="{C7B1A566-8541-4D10-8BBC-FC18418DB6F6}" destId="{1B05FABE-DA0E-448E-B920-E952CEA7453C}" srcOrd="0" destOrd="0" presId="urn:microsoft.com/office/officeart/2016/7/layout/VerticalSolidActionList"/>
    <dgm:cxn modelId="{53B550BA-F0D5-4518-B7AC-BDA0C6E64398}" type="presOf" srcId="{AF2C59BD-62E8-41AA-A6B2-A0E78BCF1693}" destId="{681B8D71-94BD-42AC-8C0A-A2AE533230E4}" srcOrd="0" destOrd="0" presId="urn:microsoft.com/office/officeart/2016/7/layout/VerticalSolidActionList"/>
    <dgm:cxn modelId="{140CE9BA-B989-449F-8EAF-363B71DC2190}" srcId="{19FE14AA-26DC-4C53-859A-EDB82557E6F5}" destId="{680DB703-811E-40D5-AD99-C97C65E31A72}" srcOrd="4" destOrd="0" parTransId="{7BB99703-39CF-4D1F-B7AE-771E2DC0F32C}" sibTransId="{669065CE-CD97-4EE4-AF75-E1332EC13518}"/>
    <dgm:cxn modelId="{D8D5EEBE-01B6-4BAA-9749-7622C79B200D}" srcId="{19FE14AA-26DC-4C53-859A-EDB82557E6F5}" destId="{2B7F501E-BEB7-4F45-AC82-5421A147E59D}" srcOrd="3" destOrd="0" parTransId="{E4F41D79-54C2-41C5-BB60-D8963EFCCD3E}" sibTransId="{2746EFEB-5CA9-4021-BC30-752118411949}"/>
    <dgm:cxn modelId="{4CFB65C8-4981-4F6F-A96A-2344A1E17D8C}" srcId="{460C76B5-6BDD-439D-8C7E-ED0881B49AE5}" destId="{9437EA98-1BE2-4D2D-925C-F071B8CAFDC4}" srcOrd="0" destOrd="0" parTransId="{9F2AA517-D2CF-463E-B88B-22B7F39C017C}" sibTransId="{29524DF8-178D-41B5-AB7A-B4F5CE9BF13E}"/>
    <dgm:cxn modelId="{A53A46D0-E746-45C3-B35E-28418F1B9659}" srcId="{19FE14AA-26DC-4C53-859A-EDB82557E6F5}" destId="{82742B78-4C94-4F53-896C-AA86E022FCCA}" srcOrd="1" destOrd="0" parTransId="{AE63A1C9-992C-4198-A7C1-E9F4C2E786D6}" sibTransId="{F4178173-F49A-4AE8-852B-4096CE9566B0}"/>
    <dgm:cxn modelId="{357525D5-31D3-427C-B7C3-36506709158B}" srcId="{2B7F501E-BEB7-4F45-AC82-5421A147E59D}" destId="{AF2C59BD-62E8-41AA-A6B2-A0E78BCF1693}" srcOrd="0" destOrd="0" parTransId="{380FDB50-DD37-4726-908D-47496A90355E}" sibTransId="{05D1EEB2-F6E5-44E4-8188-C1678A367763}"/>
    <dgm:cxn modelId="{6838C5E2-B675-4E9B-A9CE-3136DE297477}" type="presOf" srcId="{460C76B5-6BDD-439D-8C7E-ED0881B49AE5}" destId="{E5EBED66-0791-4E98-9632-6604B7F3706E}" srcOrd="0" destOrd="0" presId="urn:microsoft.com/office/officeart/2016/7/layout/VerticalSolidActionList"/>
    <dgm:cxn modelId="{5FB696F7-5CFE-42BE-8819-3A41B04EA24E}" type="presOf" srcId="{680DB703-811E-40D5-AD99-C97C65E31A72}" destId="{D5519FF8-CB6A-4AEE-8E70-302156D5F30C}" srcOrd="0" destOrd="0" presId="urn:microsoft.com/office/officeart/2016/7/layout/VerticalSolidActionList"/>
    <dgm:cxn modelId="{DD0CDFD0-0029-40BF-8ECA-C259D7486B65}" type="presParOf" srcId="{5406C7EA-7A16-4C36-9FCE-181084925182}" destId="{77F5526B-8000-4880-B01E-0D0BDE12AC25}" srcOrd="0" destOrd="0" presId="urn:microsoft.com/office/officeart/2016/7/layout/VerticalSolidActionList"/>
    <dgm:cxn modelId="{72CB5D5E-8FDD-431D-909C-E842F1D0640B}" type="presParOf" srcId="{77F5526B-8000-4880-B01E-0D0BDE12AC25}" destId="{E5EBED66-0791-4E98-9632-6604B7F3706E}" srcOrd="0" destOrd="0" presId="urn:microsoft.com/office/officeart/2016/7/layout/VerticalSolidActionList"/>
    <dgm:cxn modelId="{9AF5A0B9-4F33-4A42-9B73-5C3D3FCF3F9B}" type="presParOf" srcId="{77F5526B-8000-4880-B01E-0D0BDE12AC25}" destId="{D3D5D432-A552-447C-B87B-B337C0C39793}" srcOrd="1" destOrd="0" presId="urn:microsoft.com/office/officeart/2016/7/layout/VerticalSolidActionList"/>
    <dgm:cxn modelId="{1C545B97-9AAF-408D-9668-5E137B014DC8}" type="presParOf" srcId="{5406C7EA-7A16-4C36-9FCE-181084925182}" destId="{E2596C2E-C7D6-496A-AD2A-99A602CFDF0C}" srcOrd="1" destOrd="0" presId="urn:microsoft.com/office/officeart/2016/7/layout/VerticalSolidActionList"/>
    <dgm:cxn modelId="{11C09574-FDB4-4ACC-9F35-AE4E865A8353}" type="presParOf" srcId="{5406C7EA-7A16-4C36-9FCE-181084925182}" destId="{0C2D0E1B-A884-424B-A48A-D830C1DD5663}" srcOrd="2" destOrd="0" presId="urn:microsoft.com/office/officeart/2016/7/layout/VerticalSolidActionList"/>
    <dgm:cxn modelId="{465E0AC3-1EE1-4D0C-9C4C-366A3926C7FF}" type="presParOf" srcId="{0C2D0E1B-A884-424B-A48A-D830C1DD5663}" destId="{3359EABA-3271-49B8-A47E-1597428D6726}" srcOrd="0" destOrd="0" presId="urn:microsoft.com/office/officeart/2016/7/layout/VerticalSolidActionList"/>
    <dgm:cxn modelId="{C526E1A0-E560-4FF9-A57B-9CABFD63CACD}" type="presParOf" srcId="{0C2D0E1B-A884-424B-A48A-D830C1DD5663}" destId="{08BC77EB-271F-4F3A-BB68-CE6BC47D35FF}" srcOrd="1" destOrd="0" presId="urn:microsoft.com/office/officeart/2016/7/layout/VerticalSolidActionList"/>
    <dgm:cxn modelId="{806E9771-CCDE-43B3-BD54-B8C2B4097D2F}" type="presParOf" srcId="{5406C7EA-7A16-4C36-9FCE-181084925182}" destId="{9BE47172-30C6-4307-9C53-03E74897B2DD}" srcOrd="3" destOrd="0" presId="urn:microsoft.com/office/officeart/2016/7/layout/VerticalSolidActionList"/>
    <dgm:cxn modelId="{A01FE1CB-473C-4C75-AA49-E39B57B4CD8B}" type="presParOf" srcId="{5406C7EA-7A16-4C36-9FCE-181084925182}" destId="{F62EC228-A191-4E41-B23B-5FD61483F3DC}" srcOrd="4" destOrd="0" presId="urn:microsoft.com/office/officeart/2016/7/layout/VerticalSolidActionList"/>
    <dgm:cxn modelId="{35906840-0DA7-4125-922D-79A50497EB2E}" type="presParOf" srcId="{F62EC228-A191-4E41-B23B-5FD61483F3DC}" destId="{98894AF6-BC05-4F84-A3CE-70D047B93585}" srcOrd="0" destOrd="0" presId="urn:microsoft.com/office/officeart/2016/7/layout/VerticalSolidActionList"/>
    <dgm:cxn modelId="{9D434B6F-BE45-4BBB-A776-08A0CEF34F94}" type="presParOf" srcId="{F62EC228-A191-4E41-B23B-5FD61483F3DC}" destId="{7910353D-823C-42CF-BF3F-CA90CD84114A}" srcOrd="1" destOrd="0" presId="urn:microsoft.com/office/officeart/2016/7/layout/VerticalSolidActionList"/>
    <dgm:cxn modelId="{1FC181D4-3BD6-4806-8765-D87CD5DD1276}" type="presParOf" srcId="{5406C7EA-7A16-4C36-9FCE-181084925182}" destId="{2098EA62-29B1-499B-B82F-E5666F1F9F3D}" srcOrd="5" destOrd="0" presId="urn:microsoft.com/office/officeart/2016/7/layout/VerticalSolidActionList"/>
    <dgm:cxn modelId="{58FEB70D-6432-4F4F-8682-88E7DE20ECA9}" type="presParOf" srcId="{5406C7EA-7A16-4C36-9FCE-181084925182}" destId="{9354BA3C-D31C-43E5-9108-94139AE72A32}" srcOrd="6" destOrd="0" presId="urn:microsoft.com/office/officeart/2016/7/layout/VerticalSolidActionList"/>
    <dgm:cxn modelId="{2E7BD414-76C5-4EC6-9232-72A67A9C8B1B}" type="presParOf" srcId="{9354BA3C-D31C-43E5-9108-94139AE72A32}" destId="{DA8F14EE-B12B-46D2-AA57-073B2B7CF97D}" srcOrd="0" destOrd="0" presId="urn:microsoft.com/office/officeart/2016/7/layout/VerticalSolidActionList"/>
    <dgm:cxn modelId="{1EAC8B6F-EEBD-475F-B34A-112C8B2A6A74}" type="presParOf" srcId="{9354BA3C-D31C-43E5-9108-94139AE72A32}" destId="{681B8D71-94BD-42AC-8C0A-A2AE533230E4}" srcOrd="1" destOrd="0" presId="urn:microsoft.com/office/officeart/2016/7/layout/VerticalSolidActionList"/>
    <dgm:cxn modelId="{0B1F3A81-21BC-48DB-A945-CE340EEA507A}" type="presParOf" srcId="{5406C7EA-7A16-4C36-9FCE-181084925182}" destId="{D1B6814D-9679-4162-A5B4-D826EE890439}" srcOrd="7" destOrd="0" presId="urn:microsoft.com/office/officeart/2016/7/layout/VerticalSolidActionList"/>
    <dgm:cxn modelId="{C1D027E8-AF40-4C94-B2F3-4190C6EDC439}" type="presParOf" srcId="{5406C7EA-7A16-4C36-9FCE-181084925182}" destId="{983BDD22-0802-4AC2-8D13-8FB604E00897}" srcOrd="8" destOrd="0" presId="urn:microsoft.com/office/officeart/2016/7/layout/VerticalSolidActionList"/>
    <dgm:cxn modelId="{75C558CD-FA43-4952-9607-24545B518417}" type="presParOf" srcId="{983BDD22-0802-4AC2-8D13-8FB604E00897}" destId="{D5519FF8-CB6A-4AEE-8E70-302156D5F30C}" srcOrd="0" destOrd="0" presId="urn:microsoft.com/office/officeart/2016/7/layout/VerticalSolidActionList"/>
    <dgm:cxn modelId="{8F13DCF9-889E-4AE2-BBEA-7F73DF6300CE}" type="presParOf" srcId="{983BDD22-0802-4AC2-8D13-8FB604E00897}" destId="{1B05FABE-DA0E-448E-B920-E952CEA7453C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B21596B-60F4-4873-B542-A559B6EE9DF2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6DC2D5F-775A-4FA0-952F-CC208B625D5E}">
      <dgm:prSet/>
      <dgm:spPr/>
      <dgm:t>
        <a:bodyPr/>
        <a:lstStyle/>
        <a:p>
          <a:r>
            <a:rPr lang="en-US"/>
            <a:t>Basic Python programming</a:t>
          </a:r>
        </a:p>
      </dgm:t>
    </dgm:pt>
    <dgm:pt modelId="{FDB989DF-A0F7-4706-8AFF-DF47B6A585B9}" type="parTrans" cxnId="{02460E17-4F4E-4A7C-8165-07737E0F0C2D}">
      <dgm:prSet/>
      <dgm:spPr/>
      <dgm:t>
        <a:bodyPr/>
        <a:lstStyle/>
        <a:p>
          <a:endParaRPr lang="en-US"/>
        </a:p>
      </dgm:t>
    </dgm:pt>
    <dgm:pt modelId="{262C82CB-8DF6-457E-BA28-C67F238EC6D2}" type="sibTrans" cxnId="{02460E17-4F4E-4A7C-8165-07737E0F0C2D}">
      <dgm:prSet/>
      <dgm:spPr/>
      <dgm:t>
        <a:bodyPr/>
        <a:lstStyle/>
        <a:p>
          <a:endParaRPr lang="en-US"/>
        </a:p>
      </dgm:t>
    </dgm:pt>
    <dgm:pt modelId="{531DB5B7-1B9A-410D-8758-6B678DA4661B}">
      <dgm:prSet/>
      <dgm:spPr/>
      <dgm:t>
        <a:bodyPr/>
        <a:lstStyle/>
        <a:p>
          <a:r>
            <a:rPr lang="en-US"/>
            <a:t>Probability and Statistics</a:t>
          </a:r>
        </a:p>
      </dgm:t>
    </dgm:pt>
    <dgm:pt modelId="{64FC9086-0E28-45D2-8C64-B16C38854998}" type="parTrans" cxnId="{2F25D78B-F64B-4204-A8AF-F5168EAAA11A}">
      <dgm:prSet/>
      <dgm:spPr/>
      <dgm:t>
        <a:bodyPr/>
        <a:lstStyle/>
        <a:p>
          <a:endParaRPr lang="en-US"/>
        </a:p>
      </dgm:t>
    </dgm:pt>
    <dgm:pt modelId="{09BB2455-63BA-4929-8A13-913571B3FA0D}" type="sibTrans" cxnId="{2F25D78B-F64B-4204-A8AF-F5168EAAA11A}">
      <dgm:prSet/>
      <dgm:spPr/>
      <dgm:t>
        <a:bodyPr/>
        <a:lstStyle/>
        <a:p>
          <a:endParaRPr lang="en-US"/>
        </a:p>
      </dgm:t>
    </dgm:pt>
    <dgm:pt modelId="{E6BE126B-C545-42C9-8BB2-EC8174B83870}">
      <dgm:prSet/>
      <dgm:spPr/>
      <dgm:t>
        <a:bodyPr/>
        <a:lstStyle/>
        <a:p>
          <a:r>
            <a:rPr lang="en-US"/>
            <a:t>Linear Algebra</a:t>
          </a:r>
        </a:p>
      </dgm:t>
    </dgm:pt>
    <dgm:pt modelId="{4164522D-AE6A-4762-83EF-B68AB12F23B3}" type="parTrans" cxnId="{CF8EF21B-0478-4907-BD1C-CBD95FA68E24}">
      <dgm:prSet/>
      <dgm:spPr/>
      <dgm:t>
        <a:bodyPr/>
        <a:lstStyle/>
        <a:p>
          <a:endParaRPr lang="en-US"/>
        </a:p>
      </dgm:t>
    </dgm:pt>
    <dgm:pt modelId="{D7B6FB63-7BA3-482F-9CCF-EF1B002B54F1}" type="sibTrans" cxnId="{CF8EF21B-0478-4907-BD1C-CBD95FA68E24}">
      <dgm:prSet/>
      <dgm:spPr/>
      <dgm:t>
        <a:bodyPr/>
        <a:lstStyle/>
        <a:p>
          <a:endParaRPr lang="en-US"/>
        </a:p>
      </dgm:t>
    </dgm:pt>
    <dgm:pt modelId="{31969C78-C333-4B00-95E4-52A007C866C8}">
      <dgm:prSet/>
      <dgm:spPr/>
      <dgm:t>
        <a:bodyPr/>
        <a:lstStyle/>
        <a:p>
          <a:r>
            <a:rPr lang="en-US"/>
            <a:t>Calculus</a:t>
          </a:r>
        </a:p>
      </dgm:t>
    </dgm:pt>
    <dgm:pt modelId="{7F52D280-A727-4E0D-B515-0DA70A3E10EA}" type="parTrans" cxnId="{F10EF674-4E93-40EE-B9C5-70DEE753DB6C}">
      <dgm:prSet/>
      <dgm:spPr/>
      <dgm:t>
        <a:bodyPr/>
        <a:lstStyle/>
        <a:p>
          <a:endParaRPr lang="en-US"/>
        </a:p>
      </dgm:t>
    </dgm:pt>
    <dgm:pt modelId="{1CD09EFE-1B3F-427A-AE52-A72DD440DF95}" type="sibTrans" cxnId="{F10EF674-4E93-40EE-B9C5-70DEE753DB6C}">
      <dgm:prSet/>
      <dgm:spPr/>
      <dgm:t>
        <a:bodyPr/>
        <a:lstStyle/>
        <a:p>
          <a:endParaRPr lang="en-US"/>
        </a:p>
      </dgm:t>
    </dgm:pt>
    <dgm:pt modelId="{202F8616-5538-46B3-821E-58ECC1F839CB}">
      <dgm:prSet/>
      <dgm:spPr/>
      <dgm:t>
        <a:bodyPr/>
        <a:lstStyle/>
        <a:p>
          <a:r>
            <a:rPr lang="en-US"/>
            <a:t>Machine Learning fundamentals</a:t>
          </a:r>
        </a:p>
      </dgm:t>
    </dgm:pt>
    <dgm:pt modelId="{04484071-6977-4656-8C95-6AEF0F1ECAB4}" type="parTrans" cxnId="{9A11621F-04D4-4C9C-B97B-283E6420E9E3}">
      <dgm:prSet/>
      <dgm:spPr/>
      <dgm:t>
        <a:bodyPr/>
        <a:lstStyle/>
        <a:p>
          <a:endParaRPr lang="en-US"/>
        </a:p>
      </dgm:t>
    </dgm:pt>
    <dgm:pt modelId="{B51D76B7-74DC-476F-B272-E3D393EA9A59}" type="sibTrans" cxnId="{9A11621F-04D4-4C9C-B97B-283E6420E9E3}">
      <dgm:prSet/>
      <dgm:spPr/>
      <dgm:t>
        <a:bodyPr/>
        <a:lstStyle/>
        <a:p>
          <a:endParaRPr lang="en-US"/>
        </a:p>
      </dgm:t>
    </dgm:pt>
    <dgm:pt modelId="{748FE688-B74D-486F-A38F-49A6B6134EB7}" type="pres">
      <dgm:prSet presAssocID="{1B21596B-60F4-4873-B542-A559B6EE9DF2}" presName="compositeShape" presStyleCnt="0">
        <dgm:presLayoutVars>
          <dgm:chMax val="7"/>
          <dgm:dir/>
          <dgm:resizeHandles val="exact"/>
        </dgm:presLayoutVars>
      </dgm:prSet>
      <dgm:spPr/>
    </dgm:pt>
    <dgm:pt modelId="{1A688E17-1EA1-4174-8CB7-789F67FAB581}" type="pres">
      <dgm:prSet presAssocID="{1B21596B-60F4-4873-B542-A559B6EE9DF2}" presName="wedge1" presStyleLbl="node1" presStyleIdx="0" presStyleCnt="5"/>
      <dgm:spPr/>
    </dgm:pt>
    <dgm:pt modelId="{42DF046B-C2D7-4EDE-A352-E3FBDE3B30A3}" type="pres">
      <dgm:prSet presAssocID="{1B21596B-60F4-4873-B542-A559B6EE9DF2}" presName="dummy1a" presStyleCnt="0"/>
      <dgm:spPr/>
    </dgm:pt>
    <dgm:pt modelId="{BFD66254-B0D1-4F16-B808-9247F8E64DED}" type="pres">
      <dgm:prSet presAssocID="{1B21596B-60F4-4873-B542-A559B6EE9DF2}" presName="dummy1b" presStyleCnt="0"/>
      <dgm:spPr/>
    </dgm:pt>
    <dgm:pt modelId="{E28F3412-F1C8-46DB-9252-9EF24FC535FF}" type="pres">
      <dgm:prSet presAssocID="{1B21596B-60F4-4873-B542-A559B6EE9DF2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D02E7EC5-1257-417F-9F04-25AB9B186E3E}" type="pres">
      <dgm:prSet presAssocID="{1B21596B-60F4-4873-B542-A559B6EE9DF2}" presName="wedge2" presStyleLbl="node1" presStyleIdx="1" presStyleCnt="5"/>
      <dgm:spPr/>
    </dgm:pt>
    <dgm:pt modelId="{97DFFB11-67F6-4490-B6F8-3447C5FB69BC}" type="pres">
      <dgm:prSet presAssocID="{1B21596B-60F4-4873-B542-A559B6EE9DF2}" presName="dummy2a" presStyleCnt="0"/>
      <dgm:spPr/>
    </dgm:pt>
    <dgm:pt modelId="{AFD09084-5F1E-42F8-BDB8-ED4D19574B56}" type="pres">
      <dgm:prSet presAssocID="{1B21596B-60F4-4873-B542-A559B6EE9DF2}" presName="dummy2b" presStyleCnt="0"/>
      <dgm:spPr/>
    </dgm:pt>
    <dgm:pt modelId="{2E0068E2-129A-4068-ADEB-90D5C594F96F}" type="pres">
      <dgm:prSet presAssocID="{1B21596B-60F4-4873-B542-A559B6EE9DF2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E944223D-779C-4333-A02A-4460366069A0}" type="pres">
      <dgm:prSet presAssocID="{1B21596B-60F4-4873-B542-A559B6EE9DF2}" presName="wedge3" presStyleLbl="node1" presStyleIdx="2" presStyleCnt="5"/>
      <dgm:spPr/>
    </dgm:pt>
    <dgm:pt modelId="{78589843-7570-492B-8248-26BC276DEB67}" type="pres">
      <dgm:prSet presAssocID="{1B21596B-60F4-4873-B542-A559B6EE9DF2}" presName="dummy3a" presStyleCnt="0"/>
      <dgm:spPr/>
    </dgm:pt>
    <dgm:pt modelId="{C4D9F398-88C9-495A-B851-DD59AB00571D}" type="pres">
      <dgm:prSet presAssocID="{1B21596B-60F4-4873-B542-A559B6EE9DF2}" presName="dummy3b" presStyleCnt="0"/>
      <dgm:spPr/>
    </dgm:pt>
    <dgm:pt modelId="{269E5B63-CD00-4C55-A65A-9FFD204716E3}" type="pres">
      <dgm:prSet presAssocID="{1B21596B-60F4-4873-B542-A559B6EE9DF2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23F7FEC2-4CEE-4150-BF27-0CEF88B02838}" type="pres">
      <dgm:prSet presAssocID="{1B21596B-60F4-4873-B542-A559B6EE9DF2}" presName="wedge4" presStyleLbl="node1" presStyleIdx="3" presStyleCnt="5"/>
      <dgm:spPr/>
    </dgm:pt>
    <dgm:pt modelId="{EF36F097-6F07-41E5-9C71-B4013BC2F3D1}" type="pres">
      <dgm:prSet presAssocID="{1B21596B-60F4-4873-B542-A559B6EE9DF2}" presName="dummy4a" presStyleCnt="0"/>
      <dgm:spPr/>
    </dgm:pt>
    <dgm:pt modelId="{AE0B35F8-238E-41DC-B515-CE8883BC534F}" type="pres">
      <dgm:prSet presAssocID="{1B21596B-60F4-4873-B542-A559B6EE9DF2}" presName="dummy4b" presStyleCnt="0"/>
      <dgm:spPr/>
    </dgm:pt>
    <dgm:pt modelId="{AD4FC0B7-471C-4470-9E23-A4219CA8433F}" type="pres">
      <dgm:prSet presAssocID="{1B21596B-60F4-4873-B542-A559B6EE9DF2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AD6E1D26-4AB3-47FB-BB73-8DDA4D5221C6}" type="pres">
      <dgm:prSet presAssocID="{1B21596B-60F4-4873-B542-A559B6EE9DF2}" presName="wedge5" presStyleLbl="node1" presStyleIdx="4" presStyleCnt="5"/>
      <dgm:spPr/>
    </dgm:pt>
    <dgm:pt modelId="{9D8F2E5C-E6F9-4D0E-B378-5941CD6067CB}" type="pres">
      <dgm:prSet presAssocID="{1B21596B-60F4-4873-B542-A559B6EE9DF2}" presName="dummy5a" presStyleCnt="0"/>
      <dgm:spPr/>
    </dgm:pt>
    <dgm:pt modelId="{31F73DFF-4B51-4907-8705-ED3F0D2FA071}" type="pres">
      <dgm:prSet presAssocID="{1B21596B-60F4-4873-B542-A559B6EE9DF2}" presName="dummy5b" presStyleCnt="0"/>
      <dgm:spPr/>
    </dgm:pt>
    <dgm:pt modelId="{24E8E451-C9A5-4A06-9CA5-50E3E950114C}" type="pres">
      <dgm:prSet presAssocID="{1B21596B-60F4-4873-B542-A559B6EE9DF2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  <dgm:pt modelId="{50917A34-2787-4AE6-8029-598F3B8660F5}" type="pres">
      <dgm:prSet presAssocID="{262C82CB-8DF6-457E-BA28-C67F238EC6D2}" presName="arrowWedge1" presStyleLbl="fgSibTrans2D1" presStyleIdx="0" presStyleCnt="5"/>
      <dgm:spPr/>
    </dgm:pt>
    <dgm:pt modelId="{AC1C095B-3F6B-4677-9335-FC0F165404BF}" type="pres">
      <dgm:prSet presAssocID="{09BB2455-63BA-4929-8A13-913571B3FA0D}" presName="arrowWedge2" presStyleLbl="fgSibTrans2D1" presStyleIdx="1" presStyleCnt="5"/>
      <dgm:spPr/>
    </dgm:pt>
    <dgm:pt modelId="{D3BB0D48-F8B8-4FAC-8EDC-A42A7E35D56B}" type="pres">
      <dgm:prSet presAssocID="{D7B6FB63-7BA3-482F-9CCF-EF1B002B54F1}" presName="arrowWedge3" presStyleLbl="fgSibTrans2D1" presStyleIdx="2" presStyleCnt="5"/>
      <dgm:spPr/>
    </dgm:pt>
    <dgm:pt modelId="{20827571-AFF8-44E0-9CDC-2D26329F3360}" type="pres">
      <dgm:prSet presAssocID="{1CD09EFE-1B3F-427A-AE52-A72DD440DF95}" presName="arrowWedge4" presStyleLbl="fgSibTrans2D1" presStyleIdx="3" presStyleCnt="5"/>
      <dgm:spPr/>
    </dgm:pt>
    <dgm:pt modelId="{376B04F8-B305-4EFD-A2B4-4FCA205319E9}" type="pres">
      <dgm:prSet presAssocID="{B51D76B7-74DC-476F-B272-E3D393EA9A59}" presName="arrowWedge5" presStyleLbl="fgSibTrans2D1" presStyleIdx="4" presStyleCnt="5"/>
      <dgm:spPr/>
    </dgm:pt>
  </dgm:ptLst>
  <dgm:cxnLst>
    <dgm:cxn modelId="{02460E17-4F4E-4A7C-8165-07737E0F0C2D}" srcId="{1B21596B-60F4-4873-B542-A559B6EE9DF2}" destId="{76DC2D5F-775A-4FA0-952F-CC208B625D5E}" srcOrd="0" destOrd="0" parTransId="{FDB989DF-A0F7-4706-8AFF-DF47B6A585B9}" sibTransId="{262C82CB-8DF6-457E-BA28-C67F238EC6D2}"/>
    <dgm:cxn modelId="{CF8EF21B-0478-4907-BD1C-CBD95FA68E24}" srcId="{1B21596B-60F4-4873-B542-A559B6EE9DF2}" destId="{E6BE126B-C545-42C9-8BB2-EC8174B83870}" srcOrd="2" destOrd="0" parTransId="{4164522D-AE6A-4762-83EF-B68AB12F23B3}" sibTransId="{D7B6FB63-7BA3-482F-9CCF-EF1B002B54F1}"/>
    <dgm:cxn modelId="{9A11621F-04D4-4C9C-B97B-283E6420E9E3}" srcId="{1B21596B-60F4-4873-B542-A559B6EE9DF2}" destId="{202F8616-5538-46B3-821E-58ECC1F839CB}" srcOrd="4" destOrd="0" parTransId="{04484071-6977-4656-8C95-6AEF0F1ECAB4}" sibTransId="{B51D76B7-74DC-476F-B272-E3D393EA9A59}"/>
    <dgm:cxn modelId="{32DA262B-EDCF-482C-8749-35B96DDED46A}" type="presOf" srcId="{E6BE126B-C545-42C9-8BB2-EC8174B83870}" destId="{269E5B63-CD00-4C55-A65A-9FFD204716E3}" srcOrd="1" destOrd="0" presId="urn:microsoft.com/office/officeart/2005/8/layout/cycle8"/>
    <dgm:cxn modelId="{86C90E3E-E7F6-4A8C-AAB0-2C9BE93A85B2}" type="presOf" srcId="{E6BE126B-C545-42C9-8BB2-EC8174B83870}" destId="{E944223D-779C-4333-A02A-4460366069A0}" srcOrd="0" destOrd="0" presId="urn:microsoft.com/office/officeart/2005/8/layout/cycle8"/>
    <dgm:cxn modelId="{9F9C973E-92E0-4A44-8795-F2FF5B7FFDEE}" type="presOf" srcId="{1B21596B-60F4-4873-B542-A559B6EE9DF2}" destId="{748FE688-B74D-486F-A38F-49A6B6134EB7}" srcOrd="0" destOrd="0" presId="urn:microsoft.com/office/officeart/2005/8/layout/cycle8"/>
    <dgm:cxn modelId="{5E82AD5C-3B35-43E4-A0BE-5AD718ECD752}" type="presOf" srcId="{202F8616-5538-46B3-821E-58ECC1F839CB}" destId="{24E8E451-C9A5-4A06-9CA5-50E3E950114C}" srcOrd="1" destOrd="0" presId="urn:microsoft.com/office/officeart/2005/8/layout/cycle8"/>
    <dgm:cxn modelId="{52296C4B-A727-4AA5-9DF5-1C9FCBA0E11A}" type="presOf" srcId="{531DB5B7-1B9A-410D-8758-6B678DA4661B}" destId="{D02E7EC5-1257-417F-9F04-25AB9B186E3E}" srcOrd="0" destOrd="0" presId="urn:microsoft.com/office/officeart/2005/8/layout/cycle8"/>
    <dgm:cxn modelId="{F10EF674-4E93-40EE-B9C5-70DEE753DB6C}" srcId="{1B21596B-60F4-4873-B542-A559B6EE9DF2}" destId="{31969C78-C333-4B00-95E4-52A007C866C8}" srcOrd="3" destOrd="0" parTransId="{7F52D280-A727-4E0D-B515-0DA70A3E10EA}" sibTransId="{1CD09EFE-1B3F-427A-AE52-A72DD440DF95}"/>
    <dgm:cxn modelId="{1B1CA67D-42C9-45F4-9859-5DF32A9CEC64}" type="presOf" srcId="{31969C78-C333-4B00-95E4-52A007C866C8}" destId="{23F7FEC2-4CEE-4150-BF27-0CEF88B02838}" srcOrd="0" destOrd="0" presId="urn:microsoft.com/office/officeart/2005/8/layout/cycle8"/>
    <dgm:cxn modelId="{2F25D78B-F64B-4204-A8AF-F5168EAAA11A}" srcId="{1B21596B-60F4-4873-B542-A559B6EE9DF2}" destId="{531DB5B7-1B9A-410D-8758-6B678DA4661B}" srcOrd="1" destOrd="0" parTransId="{64FC9086-0E28-45D2-8C64-B16C38854998}" sibTransId="{09BB2455-63BA-4929-8A13-913571B3FA0D}"/>
    <dgm:cxn modelId="{92C7DED8-2460-4B2F-B552-C03E3E0E15E2}" type="presOf" srcId="{76DC2D5F-775A-4FA0-952F-CC208B625D5E}" destId="{E28F3412-F1C8-46DB-9252-9EF24FC535FF}" srcOrd="1" destOrd="0" presId="urn:microsoft.com/office/officeart/2005/8/layout/cycle8"/>
    <dgm:cxn modelId="{07A570DE-4F64-4EC6-8E8F-3244D551BC16}" type="presOf" srcId="{202F8616-5538-46B3-821E-58ECC1F839CB}" destId="{AD6E1D26-4AB3-47FB-BB73-8DDA4D5221C6}" srcOrd="0" destOrd="0" presId="urn:microsoft.com/office/officeart/2005/8/layout/cycle8"/>
    <dgm:cxn modelId="{0051EAE4-3F93-466D-A71C-7A86AEC67B58}" type="presOf" srcId="{531DB5B7-1B9A-410D-8758-6B678DA4661B}" destId="{2E0068E2-129A-4068-ADEB-90D5C594F96F}" srcOrd="1" destOrd="0" presId="urn:microsoft.com/office/officeart/2005/8/layout/cycle8"/>
    <dgm:cxn modelId="{0D89FCF2-C824-4FB8-AD17-B9EFB7668640}" type="presOf" srcId="{76DC2D5F-775A-4FA0-952F-CC208B625D5E}" destId="{1A688E17-1EA1-4174-8CB7-789F67FAB581}" srcOrd="0" destOrd="0" presId="urn:microsoft.com/office/officeart/2005/8/layout/cycle8"/>
    <dgm:cxn modelId="{73BF11FF-FB46-48F8-8343-049701C91D0C}" type="presOf" srcId="{31969C78-C333-4B00-95E4-52A007C866C8}" destId="{AD4FC0B7-471C-4470-9E23-A4219CA8433F}" srcOrd="1" destOrd="0" presId="urn:microsoft.com/office/officeart/2005/8/layout/cycle8"/>
    <dgm:cxn modelId="{FD5F2D26-EF91-4E74-A2E8-48864587BC2F}" type="presParOf" srcId="{748FE688-B74D-486F-A38F-49A6B6134EB7}" destId="{1A688E17-1EA1-4174-8CB7-789F67FAB581}" srcOrd="0" destOrd="0" presId="urn:microsoft.com/office/officeart/2005/8/layout/cycle8"/>
    <dgm:cxn modelId="{2E0503D9-5A54-43DE-A814-920F2C88C1C3}" type="presParOf" srcId="{748FE688-B74D-486F-A38F-49A6B6134EB7}" destId="{42DF046B-C2D7-4EDE-A352-E3FBDE3B30A3}" srcOrd="1" destOrd="0" presId="urn:microsoft.com/office/officeart/2005/8/layout/cycle8"/>
    <dgm:cxn modelId="{3B14FBA5-3022-4F19-80FF-E47604C1C69A}" type="presParOf" srcId="{748FE688-B74D-486F-A38F-49A6B6134EB7}" destId="{BFD66254-B0D1-4F16-B808-9247F8E64DED}" srcOrd="2" destOrd="0" presId="urn:microsoft.com/office/officeart/2005/8/layout/cycle8"/>
    <dgm:cxn modelId="{2B4D6270-F503-4BC5-9111-7714EFA6F292}" type="presParOf" srcId="{748FE688-B74D-486F-A38F-49A6B6134EB7}" destId="{E28F3412-F1C8-46DB-9252-9EF24FC535FF}" srcOrd="3" destOrd="0" presId="urn:microsoft.com/office/officeart/2005/8/layout/cycle8"/>
    <dgm:cxn modelId="{FA07E099-89E4-4C68-A509-8EBB61DD1B5B}" type="presParOf" srcId="{748FE688-B74D-486F-A38F-49A6B6134EB7}" destId="{D02E7EC5-1257-417F-9F04-25AB9B186E3E}" srcOrd="4" destOrd="0" presId="urn:microsoft.com/office/officeart/2005/8/layout/cycle8"/>
    <dgm:cxn modelId="{48520472-F56C-4B9A-93F8-47C6EB52A1D5}" type="presParOf" srcId="{748FE688-B74D-486F-A38F-49A6B6134EB7}" destId="{97DFFB11-67F6-4490-B6F8-3447C5FB69BC}" srcOrd="5" destOrd="0" presId="urn:microsoft.com/office/officeart/2005/8/layout/cycle8"/>
    <dgm:cxn modelId="{A8270DBA-026C-4E88-ACD7-2FC8B67581FB}" type="presParOf" srcId="{748FE688-B74D-486F-A38F-49A6B6134EB7}" destId="{AFD09084-5F1E-42F8-BDB8-ED4D19574B56}" srcOrd="6" destOrd="0" presId="urn:microsoft.com/office/officeart/2005/8/layout/cycle8"/>
    <dgm:cxn modelId="{0630DB00-32FB-4200-BD3D-8B911DC55EDA}" type="presParOf" srcId="{748FE688-B74D-486F-A38F-49A6B6134EB7}" destId="{2E0068E2-129A-4068-ADEB-90D5C594F96F}" srcOrd="7" destOrd="0" presId="urn:microsoft.com/office/officeart/2005/8/layout/cycle8"/>
    <dgm:cxn modelId="{4EF55B68-B7FA-44A8-912A-5D2FF5332EAF}" type="presParOf" srcId="{748FE688-B74D-486F-A38F-49A6B6134EB7}" destId="{E944223D-779C-4333-A02A-4460366069A0}" srcOrd="8" destOrd="0" presId="urn:microsoft.com/office/officeart/2005/8/layout/cycle8"/>
    <dgm:cxn modelId="{92CB8942-DC8D-4612-8205-0C026AD4BD58}" type="presParOf" srcId="{748FE688-B74D-486F-A38F-49A6B6134EB7}" destId="{78589843-7570-492B-8248-26BC276DEB67}" srcOrd="9" destOrd="0" presId="urn:microsoft.com/office/officeart/2005/8/layout/cycle8"/>
    <dgm:cxn modelId="{670B0CCB-6B15-4B44-8F06-A8931FF81CD6}" type="presParOf" srcId="{748FE688-B74D-486F-A38F-49A6B6134EB7}" destId="{C4D9F398-88C9-495A-B851-DD59AB00571D}" srcOrd="10" destOrd="0" presId="urn:microsoft.com/office/officeart/2005/8/layout/cycle8"/>
    <dgm:cxn modelId="{6F48E683-9B1B-4D63-9557-24E63F6886C7}" type="presParOf" srcId="{748FE688-B74D-486F-A38F-49A6B6134EB7}" destId="{269E5B63-CD00-4C55-A65A-9FFD204716E3}" srcOrd="11" destOrd="0" presId="urn:microsoft.com/office/officeart/2005/8/layout/cycle8"/>
    <dgm:cxn modelId="{697B193D-61B5-484F-A1DB-871F0D318687}" type="presParOf" srcId="{748FE688-B74D-486F-A38F-49A6B6134EB7}" destId="{23F7FEC2-4CEE-4150-BF27-0CEF88B02838}" srcOrd="12" destOrd="0" presId="urn:microsoft.com/office/officeart/2005/8/layout/cycle8"/>
    <dgm:cxn modelId="{37264334-D18F-4D05-A63B-6A76B1AD3D7E}" type="presParOf" srcId="{748FE688-B74D-486F-A38F-49A6B6134EB7}" destId="{EF36F097-6F07-41E5-9C71-B4013BC2F3D1}" srcOrd="13" destOrd="0" presId="urn:microsoft.com/office/officeart/2005/8/layout/cycle8"/>
    <dgm:cxn modelId="{DCFFD403-9AFA-4DE4-890A-68862EF1A456}" type="presParOf" srcId="{748FE688-B74D-486F-A38F-49A6B6134EB7}" destId="{AE0B35F8-238E-41DC-B515-CE8883BC534F}" srcOrd="14" destOrd="0" presId="urn:microsoft.com/office/officeart/2005/8/layout/cycle8"/>
    <dgm:cxn modelId="{A57F1C41-F585-414C-BECE-C05A6D69BBD5}" type="presParOf" srcId="{748FE688-B74D-486F-A38F-49A6B6134EB7}" destId="{AD4FC0B7-471C-4470-9E23-A4219CA8433F}" srcOrd="15" destOrd="0" presId="urn:microsoft.com/office/officeart/2005/8/layout/cycle8"/>
    <dgm:cxn modelId="{1C0FD16B-13DD-4424-821B-6464BC7C7413}" type="presParOf" srcId="{748FE688-B74D-486F-A38F-49A6B6134EB7}" destId="{AD6E1D26-4AB3-47FB-BB73-8DDA4D5221C6}" srcOrd="16" destOrd="0" presId="urn:microsoft.com/office/officeart/2005/8/layout/cycle8"/>
    <dgm:cxn modelId="{70E5A8D4-BBBB-489D-B977-0FE0412344CD}" type="presParOf" srcId="{748FE688-B74D-486F-A38F-49A6B6134EB7}" destId="{9D8F2E5C-E6F9-4D0E-B378-5941CD6067CB}" srcOrd="17" destOrd="0" presId="urn:microsoft.com/office/officeart/2005/8/layout/cycle8"/>
    <dgm:cxn modelId="{60B8C55C-AAB4-4637-B8B7-AE249CDE2A89}" type="presParOf" srcId="{748FE688-B74D-486F-A38F-49A6B6134EB7}" destId="{31F73DFF-4B51-4907-8705-ED3F0D2FA071}" srcOrd="18" destOrd="0" presId="urn:microsoft.com/office/officeart/2005/8/layout/cycle8"/>
    <dgm:cxn modelId="{4F031FBE-1FA3-4327-A40A-DB25E13477D8}" type="presParOf" srcId="{748FE688-B74D-486F-A38F-49A6B6134EB7}" destId="{24E8E451-C9A5-4A06-9CA5-50E3E950114C}" srcOrd="19" destOrd="0" presId="urn:microsoft.com/office/officeart/2005/8/layout/cycle8"/>
    <dgm:cxn modelId="{1838CCD6-56D3-4F32-8562-E2C84E605EED}" type="presParOf" srcId="{748FE688-B74D-486F-A38F-49A6B6134EB7}" destId="{50917A34-2787-4AE6-8029-598F3B8660F5}" srcOrd="20" destOrd="0" presId="urn:microsoft.com/office/officeart/2005/8/layout/cycle8"/>
    <dgm:cxn modelId="{68AE6ED4-EE56-467B-99D8-C50D317DF356}" type="presParOf" srcId="{748FE688-B74D-486F-A38F-49A6B6134EB7}" destId="{AC1C095B-3F6B-4677-9335-FC0F165404BF}" srcOrd="21" destOrd="0" presId="urn:microsoft.com/office/officeart/2005/8/layout/cycle8"/>
    <dgm:cxn modelId="{27843439-C033-41A3-AB0A-E8080035193B}" type="presParOf" srcId="{748FE688-B74D-486F-A38F-49A6B6134EB7}" destId="{D3BB0D48-F8B8-4FAC-8EDC-A42A7E35D56B}" srcOrd="22" destOrd="0" presId="urn:microsoft.com/office/officeart/2005/8/layout/cycle8"/>
    <dgm:cxn modelId="{2CC8A165-7FF1-4281-8CC0-ABFA390213F8}" type="presParOf" srcId="{748FE688-B74D-486F-A38F-49A6B6134EB7}" destId="{20827571-AFF8-44E0-9CDC-2D26329F3360}" srcOrd="23" destOrd="0" presId="urn:microsoft.com/office/officeart/2005/8/layout/cycle8"/>
    <dgm:cxn modelId="{1D33FBC5-9FEA-4C94-A5A4-50462CB63BDC}" type="presParOf" srcId="{748FE688-B74D-486F-A38F-49A6B6134EB7}" destId="{376B04F8-B305-4EFD-A2B4-4FCA205319E9}" srcOrd="2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A9AB1B-3927-4FBC-8A98-02F1D6CEEF4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B99A4F6-5C1B-4436-83A8-38F85D9A9AFC}">
      <dgm:prSet/>
      <dgm:spPr/>
      <dgm:t>
        <a:bodyPr/>
        <a:lstStyle/>
        <a:p>
          <a:pPr>
            <a:defRPr cap="all"/>
          </a:pPr>
          <a:r>
            <a:rPr lang="en-US" dirty="0"/>
            <a:t>Explore vs Exploit (Dry Run, code)</a:t>
          </a:r>
        </a:p>
      </dgm:t>
    </dgm:pt>
    <dgm:pt modelId="{6413C5AC-B1B0-4B48-B46E-943B2045BEBF}" type="parTrans" cxnId="{F7CC41ED-F061-46A6-B4ED-EB44C46BE835}">
      <dgm:prSet/>
      <dgm:spPr/>
      <dgm:t>
        <a:bodyPr/>
        <a:lstStyle/>
        <a:p>
          <a:endParaRPr lang="en-US"/>
        </a:p>
      </dgm:t>
    </dgm:pt>
    <dgm:pt modelId="{7CE0AD75-1229-4D65-A2EA-170FB0420398}" type="sibTrans" cxnId="{F7CC41ED-F061-46A6-B4ED-EB44C46BE835}">
      <dgm:prSet/>
      <dgm:spPr/>
      <dgm:t>
        <a:bodyPr/>
        <a:lstStyle/>
        <a:p>
          <a:endParaRPr lang="en-US"/>
        </a:p>
      </dgm:t>
    </dgm:pt>
    <dgm:pt modelId="{26796B7B-3F09-4928-B434-959A73C2CF03}">
      <dgm:prSet/>
      <dgm:spPr/>
      <dgm:t>
        <a:bodyPr/>
        <a:lstStyle/>
        <a:p>
          <a:pPr>
            <a:defRPr cap="all"/>
          </a:pPr>
          <a:r>
            <a:rPr lang="en-US" dirty="0"/>
            <a:t>Exact Solution Methods (Dry Run, Code)</a:t>
          </a:r>
        </a:p>
      </dgm:t>
    </dgm:pt>
    <dgm:pt modelId="{B2FAD7DB-12FF-4A16-9EFF-9A17F1B0B1E3}" type="parTrans" cxnId="{D8AEDF5A-BA77-40D4-9449-D0189F06BBD9}">
      <dgm:prSet/>
      <dgm:spPr/>
      <dgm:t>
        <a:bodyPr/>
        <a:lstStyle/>
        <a:p>
          <a:endParaRPr lang="en-US"/>
        </a:p>
      </dgm:t>
    </dgm:pt>
    <dgm:pt modelId="{B40C55AE-0900-4B7B-8F10-5F42D635666A}" type="sibTrans" cxnId="{D8AEDF5A-BA77-40D4-9449-D0189F06BBD9}">
      <dgm:prSet/>
      <dgm:spPr/>
      <dgm:t>
        <a:bodyPr/>
        <a:lstStyle/>
        <a:p>
          <a:endParaRPr lang="en-US"/>
        </a:p>
      </dgm:t>
    </dgm:pt>
    <dgm:pt modelId="{AC8E5E2C-9261-4C21-8219-7E42B9790891}">
      <dgm:prSet/>
      <dgm:spPr/>
      <dgm:t>
        <a:bodyPr/>
        <a:lstStyle/>
        <a:p>
          <a:pPr>
            <a:defRPr cap="all"/>
          </a:pPr>
          <a:r>
            <a:rPr lang="en-US"/>
            <a:t>Approximated Solution Methods (Code)</a:t>
          </a:r>
        </a:p>
      </dgm:t>
    </dgm:pt>
    <dgm:pt modelId="{603A9C03-3887-4E08-A5A9-E5C24E3A2A1E}" type="parTrans" cxnId="{BC59E2DD-9080-42F1-A5FE-908D2C3EFA01}">
      <dgm:prSet/>
      <dgm:spPr/>
      <dgm:t>
        <a:bodyPr/>
        <a:lstStyle/>
        <a:p>
          <a:endParaRPr lang="en-US"/>
        </a:p>
      </dgm:t>
    </dgm:pt>
    <dgm:pt modelId="{18DF9FEF-DA78-4D09-8B9C-0972A681C21A}" type="sibTrans" cxnId="{BC59E2DD-9080-42F1-A5FE-908D2C3EFA01}">
      <dgm:prSet/>
      <dgm:spPr/>
      <dgm:t>
        <a:bodyPr/>
        <a:lstStyle/>
        <a:p>
          <a:endParaRPr lang="en-US"/>
        </a:p>
      </dgm:t>
    </dgm:pt>
    <dgm:pt modelId="{8C271E78-E762-476B-B17E-16A29CDFCFAF}" type="pres">
      <dgm:prSet presAssocID="{BDA9AB1B-3927-4FBC-8A98-02F1D6CEEF4A}" presName="root" presStyleCnt="0">
        <dgm:presLayoutVars>
          <dgm:dir/>
          <dgm:resizeHandles val="exact"/>
        </dgm:presLayoutVars>
      </dgm:prSet>
      <dgm:spPr/>
    </dgm:pt>
    <dgm:pt modelId="{AADB414D-E215-49A2-A909-6A44EFD55773}" type="pres">
      <dgm:prSet presAssocID="{EB99A4F6-5C1B-4436-83A8-38F85D9A9AFC}" presName="compNode" presStyleCnt="0"/>
      <dgm:spPr/>
    </dgm:pt>
    <dgm:pt modelId="{27D4051F-829A-4BAD-AFA5-2A20B371524D}" type="pres">
      <dgm:prSet presAssocID="{EB99A4F6-5C1B-4436-83A8-38F85D9A9AFC}" presName="iconBgRect" presStyleLbl="bgShp" presStyleIdx="0" presStyleCnt="3"/>
      <dgm:spPr/>
    </dgm:pt>
    <dgm:pt modelId="{332230A3-AB33-4F4F-B5E3-EDDC6E25D113}" type="pres">
      <dgm:prSet presAssocID="{EB99A4F6-5C1B-4436-83A8-38F85D9A9A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59CAFEC1-97F9-4236-82BB-D5A8F0994628}" type="pres">
      <dgm:prSet presAssocID="{EB99A4F6-5C1B-4436-83A8-38F85D9A9AFC}" presName="spaceRect" presStyleCnt="0"/>
      <dgm:spPr/>
    </dgm:pt>
    <dgm:pt modelId="{4F3E37A6-F82F-44DE-924B-F4754C250E65}" type="pres">
      <dgm:prSet presAssocID="{EB99A4F6-5C1B-4436-83A8-38F85D9A9AFC}" presName="textRect" presStyleLbl="revTx" presStyleIdx="0" presStyleCnt="3">
        <dgm:presLayoutVars>
          <dgm:chMax val="1"/>
          <dgm:chPref val="1"/>
        </dgm:presLayoutVars>
      </dgm:prSet>
      <dgm:spPr/>
    </dgm:pt>
    <dgm:pt modelId="{4AC529DC-0719-4976-9F08-C22B7BA06EBD}" type="pres">
      <dgm:prSet presAssocID="{7CE0AD75-1229-4D65-A2EA-170FB0420398}" presName="sibTrans" presStyleCnt="0"/>
      <dgm:spPr/>
    </dgm:pt>
    <dgm:pt modelId="{E37779F9-B7EC-4D58-A9A4-F122A7613A6C}" type="pres">
      <dgm:prSet presAssocID="{26796B7B-3F09-4928-B434-959A73C2CF03}" presName="compNode" presStyleCnt="0"/>
      <dgm:spPr/>
    </dgm:pt>
    <dgm:pt modelId="{EDD822A4-4F8D-4FDD-90F4-7E8E8F620D8D}" type="pres">
      <dgm:prSet presAssocID="{26796B7B-3F09-4928-B434-959A73C2CF03}" presName="iconBgRect" presStyleLbl="bgShp" presStyleIdx="1" presStyleCnt="3"/>
      <dgm:spPr/>
    </dgm:pt>
    <dgm:pt modelId="{C5FD0474-A4D0-4256-8813-0F3A20F591BD}" type="pres">
      <dgm:prSet presAssocID="{26796B7B-3F09-4928-B434-959A73C2CF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6CDBD32-6B6C-4D7C-9A60-FAE166BC8E49}" type="pres">
      <dgm:prSet presAssocID="{26796B7B-3F09-4928-B434-959A73C2CF03}" presName="spaceRect" presStyleCnt="0"/>
      <dgm:spPr/>
    </dgm:pt>
    <dgm:pt modelId="{E5932F1F-5461-4FF3-807C-8005566F8631}" type="pres">
      <dgm:prSet presAssocID="{26796B7B-3F09-4928-B434-959A73C2CF03}" presName="textRect" presStyleLbl="revTx" presStyleIdx="1" presStyleCnt="3">
        <dgm:presLayoutVars>
          <dgm:chMax val="1"/>
          <dgm:chPref val="1"/>
        </dgm:presLayoutVars>
      </dgm:prSet>
      <dgm:spPr/>
    </dgm:pt>
    <dgm:pt modelId="{C5E26C5F-3ED9-491A-8DEC-9B67CFA3FBB5}" type="pres">
      <dgm:prSet presAssocID="{B40C55AE-0900-4B7B-8F10-5F42D635666A}" presName="sibTrans" presStyleCnt="0"/>
      <dgm:spPr/>
    </dgm:pt>
    <dgm:pt modelId="{D3F1F4B0-1DF2-4556-8AFB-69A7D1A3D3D4}" type="pres">
      <dgm:prSet presAssocID="{AC8E5E2C-9261-4C21-8219-7E42B9790891}" presName="compNode" presStyleCnt="0"/>
      <dgm:spPr/>
    </dgm:pt>
    <dgm:pt modelId="{9EC7915D-5287-41AF-BB9A-B0EC03769B1A}" type="pres">
      <dgm:prSet presAssocID="{AC8E5E2C-9261-4C21-8219-7E42B9790891}" presName="iconBgRect" presStyleLbl="bgShp" presStyleIdx="2" presStyleCnt="3"/>
      <dgm:spPr/>
    </dgm:pt>
    <dgm:pt modelId="{DB8C6333-20AB-4A1C-8D34-A6FB20914F04}" type="pres">
      <dgm:prSet presAssocID="{AC8E5E2C-9261-4C21-8219-7E42B979089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2B938BB2-98C4-4C30-AF07-1F76ADC1BAFE}" type="pres">
      <dgm:prSet presAssocID="{AC8E5E2C-9261-4C21-8219-7E42B9790891}" presName="spaceRect" presStyleCnt="0"/>
      <dgm:spPr/>
    </dgm:pt>
    <dgm:pt modelId="{0C62F2C9-F770-43C1-85FD-17DC7A02A4D4}" type="pres">
      <dgm:prSet presAssocID="{AC8E5E2C-9261-4C21-8219-7E42B97908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C995452-057C-442B-B063-3E61CD19E0C7}" type="presOf" srcId="{AC8E5E2C-9261-4C21-8219-7E42B9790891}" destId="{0C62F2C9-F770-43C1-85FD-17DC7A02A4D4}" srcOrd="0" destOrd="0" presId="urn:microsoft.com/office/officeart/2018/5/layout/IconCircleLabelList"/>
    <dgm:cxn modelId="{D8AEDF5A-BA77-40D4-9449-D0189F06BBD9}" srcId="{BDA9AB1B-3927-4FBC-8A98-02F1D6CEEF4A}" destId="{26796B7B-3F09-4928-B434-959A73C2CF03}" srcOrd="1" destOrd="0" parTransId="{B2FAD7DB-12FF-4A16-9EFF-9A17F1B0B1E3}" sibTransId="{B40C55AE-0900-4B7B-8F10-5F42D635666A}"/>
    <dgm:cxn modelId="{01A2E499-A9FC-47B0-887F-F1E2F88FEB68}" type="presOf" srcId="{EB99A4F6-5C1B-4436-83A8-38F85D9A9AFC}" destId="{4F3E37A6-F82F-44DE-924B-F4754C250E65}" srcOrd="0" destOrd="0" presId="urn:microsoft.com/office/officeart/2018/5/layout/IconCircleLabelList"/>
    <dgm:cxn modelId="{F30530D9-7F12-4986-B793-72F821EC6F76}" type="presOf" srcId="{26796B7B-3F09-4928-B434-959A73C2CF03}" destId="{E5932F1F-5461-4FF3-807C-8005566F8631}" srcOrd="0" destOrd="0" presId="urn:microsoft.com/office/officeart/2018/5/layout/IconCircleLabelList"/>
    <dgm:cxn modelId="{BC59E2DD-9080-42F1-A5FE-908D2C3EFA01}" srcId="{BDA9AB1B-3927-4FBC-8A98-02F1D6CEEF4A}" destId="{AC8E5E2C-9261-4C21-8219-7E42B9790891}" srcOrd="2" destOrd="0" parTransId="{603A9C03-3887-4E08-A5A9-E5C24E3A2A1E}" sibTransId="{18DF9FEF-DA78-4D09-8B9C-0972A681C21A}"/>
    <dgm:cxn modelId="{F7CC41ED-F061-46A6-B4ED-EB44C46BE835}" srcId="{BDA9AB1B-3927-4FBC-8A98-02F1D6CEEF4A}" destId="{EB99A4F6-5C1B-4436-83A8-38F85D9A9AFC}" srcOrd="0" destOrd="0" parTransId="{6413C5AC-B1B0-4B48-B46E-943B2045BEBF}" sibTransId="{7CE0AD75-1229-4D65-A2EA-170FB0420398}"/>
    <dgm:cxn modelId="{05EA9AF9-C3B1-4750-9CB2-1778F3F292E4}" type="presOf" srcId="{BDA9AB1B-3927-4FBC-8A98-02F1D6CEEF4A}" destId="{8C271E78-E762-476B-B17E-16A29CDFCFAF}" srcOrd="0" destOrd="0" presId="urn:microsoft.com/office/officeart/2018/5/layout/IconCircleLabelList"/>
    <dgm:cxn modelId="{BB1E2C03-5A49-4396-B68C-05D79046969F}" type="presParOf" srcId="{8C271E78-E762-476B-B17E-16A29CDFCFAF}" destId="{AADB414D-E215-49A2-A909-6A44EFD55773}" srcOrd="0" destOrd="0" presId="urn:microsoft.com/office/officeart/2018/5/layout/IconCircleLabelList"/>
    <dgm:cxn modelId="{1E05C339-4BD6-4AD8-892B-A59D56CF25E9}" type="presParOf" srcId="{AADB414D-E215-49A2-A909-6A44EFD55773}" destId="{27D4051F-829A-4BAD-AFA5-2A20B371524D}" srcOrd="0" destOrd="0" presId="urn:microsoft.com/office/officeart/2018/5/layout/IconCircleLabelList"/>
    <dgm:cxn modelId="{1ABFAD68-665B-43A1-B7CC-A98137DEC25C}" type="presParOf" srcId="{AADB414D-E215-49A2-A909-6A44EFD55773}" destId="{332230A3-AB33-4F4F-B5E3-EDDC6E25D113}" srcOrd="1" destOrd="0" presId="urn:microsoft.com/office/officeart/2018/5/layout/IconCircleLabelList"/>
    <dgm:cxn modelId="{524BC814-D33D-4023-B778-33846B95E1AB}" type="presParOf" srcId="{AADB414D-E215-49A2-A909-6A44EFD55773}" destId="{59CAFEC1-97F9-4236-82BB-D5A8F0994628}" srcOrd="2" destOrd="0" presId="urn:microsoft.com/office/officeart/2018/5/layout/IconCircleLabelList"/>
    <dgm:cxn modelId="{C82A116C-6976-49EF-A1CE-6C506BB0CCA8}" type="presParOf" srcId="{AADB414D-E215-49A2-A909-6A44EFD55773}" destId="{4F3E37A6-F82F-44DE-924B-F4754C250E65}" srcOrd="3" destOrd="0" presId="urn:microsoft.com/office/officeart/2018/5/layout/IconCircleLabelList"/>
    <dgm:cxn modelId="{F7543087-9539-4B59-8A99-1D0AE8727530}" type="presParOf" srcId="{8C271E78-E762-476B-B17E-16A29CDFCFAF}" destId="{4AC529DC-0719-4976-9F08-C22B7BA06EBD}" srcOrd="1" destOrd="0" presId="urn:microsoft.com/office/officeart/2018/5/layout/IconCircleLabelList"/>
    <dgm:cxn modelId="{5E2A5B63-1060-4D05-982D-5D85D2BFC4EA}" type="presParOf" srcId="{8C271E78-E762-476B-B17E-16A29CDFCFAF}" destId="{E37779F9-B7EC-4D58-A9A4-F122A7613A6C}" srcOrd="2" destOrd="0" presId="urn:microsoft.com/office/officeart/2018/5/layout/IconCircleLabelList"/>
    <dgm:cxn modelId="{69C816BD-B0D1-4322-B904-C9119189DD63}" type="presParOf" srcId="{E37779F9-B7EC-4D58-A9A4-F122A7613A6C}" destId="{EDD822A4-4F8D-4FDD-90F4-7E8E8F620D8D}" srcOrd="0" destOrd="0" presId="urn:microsoft.com/office/officeart/2018/5/layout/IconCircleLabelList"/>
    <dgm:cxn modelId="{591F04C0-42F4-4C43-9E09-A0A018C9856E}" type="presParOf" srcId="{E37779F9-B7EC-4D58-A9A4-F122A7613A6C}" destId="{C5FD0474-A4D0-4256-8813-0F3A20F591BD}" srcOrd="1" destOrd="0" presId="urn:microsoft.com/office/officeart/2018/5/layout/IconCircleLabelList"/>
    <dgm:cxn modelId="{3E5CFA39-8A3F-453D-AED9-6A48ECF2CB65}" type="presParOf" srcId="{E37779F9-B7EC-4D58-A9A4-F122A7613A6C}" destId="{F6CDBD32-6B6C-4D7C-9A60-FAE166BC8E49}" srcOrd="2" destOrd="0" presId="urn:microsoft.com/office/officeart/2018/5/layout/IconCircleLabelList"/>
    <dgm:cxn modelId="{66C24EFF-A2B9-4FA4-B603-0E0DC6BA4F75}" type="presParOf" srcId="{E37779F9-B7EC-4D58-A9A4-F122A7613A6C}" destId="{E5932F1F-5461-4FF3-807C-8005566F8631}" srcOrd="3" destOrd="0" presId="urn:microsoft.com/office/officeart/2018/5/layout/IconCircleLabelList"/>
    <dgm:cxn modelId="{F4609389-C026-4A79-B227-CAE199607928}" type="presParOf" srcId="{8C271E78-E762-476B-B17E-16A29CDFCFAF}" destId="{C5E26C5F-3ED9-491A-8DEC-9B67CFA3FBB5}" srcOrd="3" destOrd="0" presId="urn:microsoft.com/office/officeart/2018/5/layout/IconCircleLabelList"/>
    <dgm:cxn modelId="{51DD7D61-2E17-46DF-8B47-CA016BF355F6}" type="presParOf" srcId="{8C271E78-E762-476B-B17E-16A29CDFCFAF}" destId="{D3F1F4B0-1DF2-4556-8AFB-69A7D1A3D3D4}" srcOrd="4" destOrd="0" presId="urn:microsoft.com/office/officeart/2018/5/layout/IconCircleLabelList"/>
    <dgm:cxn modelId="{64B6133C-7EF3-48ED-B3E2-FF9A6D29BD2A}" type="presParOf" srcId="{D3F1F4B0-1DF2-4556-8AFB-69A7D1A3D3D4}" destId="{9EC7915D-5287-41AF-BB9A-B0EC03769B1A}" srcOrd="0" destOrd="0" presId="urn:microsoft.com/office/officeart/2018/5/layout/IconCircleLabelList"/>
    <dgm:cxn modelId="{1CBB4659-958E-4F11-A98E-784121F20B4F}" type="presParOf" srcId="{D3F1F4B0-1DF2-4556-8AFB-69A7D1A3D3D4}" destId="{DB8C6333-20AB-4A1C-8D34-A6FB20914F04}" srcOrd="1" destOrd="0" presId="urn:microsoft.com/office/officeart/2018/5/layout/IconCircleLabelList"/>
    <dgm:cxn modelId="{AEB3197F-5D5A-477C-9946-ACD31C132CF1}" type="presParOf" srcId="{D3F1F4B0-1DF2-4556-8AFB-69A7D1A3D3D4}" destId="{2B938BB2-98C4-4C30-AF07-1F76ADC1BAFE}" srcOrd="2" destOrd="0" presId="urn:microsoft.com/office/officeart/2018/5/layout/IconCircleLabelList"/>
    <dgm:cxn modelId="{3E16DF2E-0ADA-40DE-BD99-A38AE2E5B740}" type="presParOf" srcId="{D3F1F4B0-1DF2-4556-8AFB-69A7D1A3D3D4}" destId="{0C62F2C9-F770-43C1-85FD-17DC7A02A4D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A628B2-FC2E-490B-8F96-4272BDF1AD9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76AECA8-5489-4C74-9740-5FD5C4B5149C}">
      <dgm:prSet/>
      <dgm:spPr/>
      <dgm:t>
        <a:bodyPr/>
        <a:lstStyle/>
        <a:p>
          <a:r>
            <a:rPr lang="en-US"/>
            <a:t>Terminology and Basic Concepts</a:t>
          </a:r>
        </a:p>
      </dgm:t>
    </dgm:pt>
    <dgm:pt modelId="{EE92F423-4D4F-4C0A-A404-96D5D31E2DB6}" type="parTrans" cxnId="{6F6A69AC-430E-4AC6-9D14-490F9B26712D}">
      <dgm:prSet/>
      <dgm:spPr/>
      <dgm:t>
        <a:bodyPr/>
        <a:lstStyle/>
        <a:p>
          <a:endParaRPr lang="en-US"/>
        </a:p>
      </dgm:t>
    </dgm:pt>
    <dgm:pt modelId="{0145027F-FFD1-487E-901E-6E5608FB43F9}" type="sibTrans" cxnId="{6F6A69AC-430E-4AC6-9D14-490F9B26712D}">
      <dgm:prSet/>
      <dgm:spPr/>
      <dgm:t>
        <a:bodyPr/>
        <a:lstStyle/>
        <a:p>
          <a:endParaRPr lang="en-US"/>
        </a:p>
      </dgm:t>
    </dgm:pt>
    <dgm:pt modelId="{57B6FCE3-E1B8-4752-BEEC-05DF8BC8DF02}">
      <dgm:prSet/>
      <dgm:spPr/>
      <dgm:t>
        <a:bodyPr/>
        <a:lstStyle/>
        <a:p>
          <a:r>
            <a:rPr lang="en-US"/>
            <a:t>Exact solution methods</a:t>
          </a:r>
        </a:p>
      </dgm:t>
    </dgm:pt>
    <dgm:pt modelId="{956450DB-F162-46B7-8FDE-0DF0434218FC}" type="parTrans" cxnId="{2674D021-7D91-4530-8E35-7D0B53B10DD6}">
      <dgm:prSet/>
      <dgm:spPr/>
      <dgm:t>
        <a:bodyPr/>
        <a:lstStyle/>
        <a:p>
          <a:endParaRPr lang="en-US"/>
        </a:p>
      </dgm:t>
    </dgm:pt>
    <dgm:pt modelId="{8B8CD8B2-CF0A-4458-8B92-84E12303D954}" type="sibTrans" cxnId="{2674D021-7D91-4530-8E35-7D0B53B10DD6}">
      <dgm:prSet/>
      <dgm:spPr/>
      <dgm:t>
        <a:bodyPr/>
        <a:lstStyle/>
        <a:p>
          <a:endParaRPr lang="en-US"/>
        </a:p>
      </dgm:t>
    </dgm:pt>
    <dgm:pt modelId="{AB1237C5-51E9-4DCE-A244-5E9033871BFA}" type="pres">
      <dgm:prSet presAssocID="{06A628B2-FC2E-490B-8F96-4272BDF1AD9A}" presName="root" presStyleCnt="0">
        <dgm:presLayoutVars>
          <dgm:dir/>
          <dgm:resizeHandles val="exact"/>
        </dgm:presLayoutVars>
      </dgm:prSet>
      <dgm:spPr/>
    </dgm:pt>
    <dgm:pt modelId="{A1F45DFB-E6E0-4ADF-B7C2-5555E8FC4E6C}" type="pres">
      <dgm:prSet presAssocID="{A76AECA8-5489-4C74-9740-5FD5C4B5149C}" presName="compNode" presStyleCnt="0"/>
      <dgm:spPr/>
    </dgm:pt>
    <dgm:pt modelId="{7552D0F5-53F1-4360-906C-B5A12FBACE42}" type="pres">
      <dgm:prSet presAssocID="{A76AECA8-5489-4C74-9740-5FD5C4B5149C}" presName="bgRect" presStyleLbl="bgShp" presStyleIdx="0" presStyleCnt="2"/>
      <dgm:spPr/>
    </dgm:pt>
    <dgm:pt modelId="{BFAF3C93-882E-4474-B256-55CBB374CFE6}" type="pres">
      <dgm:prSet presAssocID="{A76AECA8-5489-4C74-9740-5FD5C4B514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C6CB0C-A2A5-4874-86CA-22E9B98C27D6}" type="pres">
      <dgm:prSet presAssocID="{A76AECA8-5489-4C74-9740-5FD5C4B5149C}" presName="spaceRect" presStyleCnt="0"/>
      <dgm:spPr/>
    </dgm:pt>
    <dgm:pt modelId="{B48D2DC8-86AE-410D-9B14-261A3971A266}" type="pres">
      <dgm:prSet presAssocID="{A76AECA8-5489-4C74-9740-5FD5C4B5149C}" presName="parTx" presStyleLbl="revTx" presStyleIdx="0" presStyleCnt="2">
        <dgm:presLayoutVars>
          <dgm:chMax val="0"/>
          <dgm:chPref val="0"/>
        </dgm:presLayoutVars>
      </dgm:prSet>
      <dgm:spPr/>
    </dgm:pt>
    <dgm:pt modelId="{41B24AD9-D7DC-404B-9BD5-61855218B458}" type="pres">
      <dgm:prSet presAssocID="{0145027F-FFD1-487E-901E-6E5608FB43F9}" presName="sibTrans" presStyleCnt="0"/>
      <dgm:spPr/>
    </dgm:pt>
    <dgm:pt modelId="{1899C6EF-B121-44CB-B330-C7972DBEC141}" type="pres">
      <dgm:prSet presAssocID="{57B6FCE3-E1B8-4752-BEEC-05DF8BC8DF02}" presName="compNode" presStyleCnt="0"/>
      <dgm:spPr/>
    </dgm:pt>
    <dgm:pt modelId="{810AAF10-5A82-43BB-954F-C315D6BCFD71}" type="pres">
      <dgm:prSet presAssocID="{57B6FCE3-E1B8-4752-BEEC-05DF8BC8DF02}" presName="bgRect" presStyleLbl="bgShp" presStyleIdx="1" presStyleCnt="2"/>
      <dgm:spPr/>
    </dgm:pt>
    <dgm:pt modelId="{B4007E54-94EF-4588-B52C-ABD6C975BA0B}" type="pres">
      <dgm:prSet presAssocID="{57B6FCE3-E1B8-4752-BEEC-05DF8BC8DF0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tion2"/>
        </a:ext>
      </dgm:extLst>
    </dgm:pt>
    <dgm:pt modelId="{6DAB59C6-3876-445D-AE7E-DF3EE22CDD13}" type="pres">
      <dgm:prSet presAssocID="{57B6FCE3-E1B8-4752-BEEC-05DF8BC8DF02}" presName="spaceRect" presStyleCnt="0"/>
      <dgm:spPr/>
    </dgm:pt>
    <dgm:pt modelId="{C3F6C4CD-53F6-423B-81AD-55AC44B48FD8}" type="pres">
      <dgm:prSet presAssocID="{57B6FCE3-E1B8-4752-BEEC-05DF8BC8DF0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674D021-7D91-4530-8E35-7D0B53B10DD6}" srcId="{06A628B2-FC2E-490B-8F96-4272BDF1AD9A}" destId="{57B6FCE3-E1B8-4752-BEEC-05DF8BC8DF02}" srcOrd="1" destOrd="0" parTransId="{956450DB-F162-46B7-8FDE-0DF0434218FC}" sibTransId="{8B8CD8B2-CF0A-4458-8B92-84E12303D954}"/>
    <dgm:cxn modelId="{27EAAF23-D430-45C3-8518-336451E75377}" type="presOf" srcId="{A76AECA8-5489-4C74-9740-5FD5C4B5149C}" destId="{B48D2DC8-86AE-410D-9B14-261A3971A266}" srcOrd="0" destOrd="0" presId="urn:microsoft.com/office/officeart/2018/2/layout/IconVerticalSolidList"/>
    <dgm:cxn modelId="{C4D1E994-F589-4DE7-8D7F-6B2F7FAF3466}" type="presOf" srcId="{06A628B2-FC2E-490B-8F96-4272BDF1AD9A}" destId="{AB1237C5-51E9-4DCE-A244-5E9033871BFA}" srcOrd="0" destOrd="0" presId="urn:microsoft.com/office/officeart/2018/2/layout/IconVerticalSolidList"/>
    <dgm:cxn modelId="{6F6A69AC-430E-4AC6-9D14-490F9B26712D}" srcId="{06A628B2-FC2E-490B-8F96-4272BDF1AD9A}" destId="{A76AECA8-5489-4C74-9740-5FD5C4B5149C}" srcOrd="0" destOrd="0" parTransId="{EE92F423-4D4F-4C0A-A404-96D5D31E2DB6}" sibTransId="{0145027F-FFD1-487E-901E-6E5608FB43F9}"/>
    <dgm:cxn modelId="{56678AC9-C6D9-4B13-8254-FDF6F8547658}" type="presOf" srcId="{57B6FCE3-E1B8-4752-BEEC-05DF8BC8DF02}" destId="{C3F6C4CD-53F6-423B-81AD-55AC44B48FD8}" srcOrd="0" destOrd="0" presId="urn:microsoft.com/office/officeart/2018/2/layout/IconVerticalSolidList"/>
    <dgm:cxn modelId="{6A9D1EC6-4CCF-4E28-AAC8-8303895B0772}" type="presParOf" srcId="{AB1237C5-51E9-4DCE-A244-5E9033871BFA}" destId="{A1F45DFB-E6E0-4ADF-B7C2-5555E8FC4E6C}" srcOrd="0" destOrd="0" presId="urn:microsoft.com/office/officeart/2018/2/layout/IconVerticalSolidList"/>
    <dgm:cxn modelId="{26E2DE10-138F-4E67-8EB0-500F98F5B0AA}" type="presParOf" srcId="{A1F45DFB-E6E0-4ADF-B7C2-5555E8FC4E6C}" destId="{7552D0F5-53F1-4360-906C-B5A12FBACE42}" srcOrd="0" destOrd="0" presId="urn:microsoft.com/office/officeart/2018/2/layout/IconVerticalSolidList"/>
    <dgm:cxn modelId="{1DDACAE4-A238-42F8-9D97-AA46196C972F}" type="presParOf" srcId="{A1F45DFB-E6E0-4ADF-B7C2-5555E8FC4E6C}" destId="{BFAF3C93-882E-4474-B256-55CBB374CFE6}" srcOrd="1" destOrd="0" presId="urn:microsoft.com/office/officeart/2018/2/layout/IconVerticalSolidList"/>
    <dgm:cxn modelId="{F6A02124-F5A3-4DE5-A545-3779FB5273A5}" type="presParOf" srcId="{A1F45DFB-E6E0-4ADF-B7C2-5555E8FC4E6C}" destId="{32C6CB0C-A2A5-4874-86CA-22E9B98C27D6}" srcOrd="2" destOrd="0" presId="urn:microsoft.com/office/officeart/2018/2/layout/IconVerticalSolidList"/>
    <dgm:cxn modelId="{434EB5DA-5E70-4312-AA15-70F1045D6556}" type="presParOf" srcId="{A1F45DFB-E6E0-4ADF-B7C2-5555E8FC4E6C}" destId="{B48D2DC8-86AE-410D-9B14-261A3971A266}" srcOrd="3" destOrd="0" presId="urn:microsoft.com/office/officeart/2018/2/layout/IconVerticalSolidList"/>
    <dgm:cxn modelId="{01F8B30D-31FA-4BAC-9C97-F0D5A81651EA}" type="presParOf" srcId="{AB1237C5-51E9-4DCE-A244-5E9033871BFA}" destId="{41B24AD9-D7DC-404B-9BD5-61855218B458}" srcOrd="1" destOrd="0" presId="urn:microsoft.com/office/officeart/2018/2/layout/IconVerticalSolidList"/>
    <dgm:cxn modelId="{499CC267-11DA-40D8-B859-FFFE252FC583}" type="presParOf" srcId="{AB1237C5-51E9-4DCE-A244-5E9033871BFA}" destId="{1899C6EF-B121-44CB-B330-C7972DBEC141}" srcOrd="2" destOrd="0" presId="urn:microsoft.com/office/officeart/2018/2/layout/IconVerticalSolidList"/>
    <dgm:cxn modelId="{346888E9-999C-4195-9EC1-FD4BF33B9856}" type="presParOf" srcId="{1899C6EF-B121-44CB-B330-C7972DBEC141}" destId="{810AAF10-5A82-43BB-954F-C315D6BCFD71}" srcOrd="0" destOrd="0" presId="urn:microsoft.com/office/officeart/2018/2/layout/IconVerticalSolidList"/>
    <dgm:cxn modelId="{88A2FE47-B135-4FBB-84CF-70F6BD42400E}" type="presParOf" srcId="{1899C6EF-B121-44CB-B330-C7972DBEC141}" destId="{B4007E54-94EF-4588-B52C-ABD6C975BA0B}" srcOrd="1" destOrd="0" presId="urn:microsoft.com/office/officeart/2018/2/layout/IconVerticalSolidList"/>
    <dgm:cxn modelId="{6C17D599-D32B-4E7E-AABC-3567C204C838}" type="presParOf" srcId="{1899C6EF-B121-44CB-B330-C7972DBEC141}" destId="{6DAB59C6-3876-445D-AE7E-DF3EE22CDD13}" srcOrd="2" destOrd="0" presId="urn:microsoft.com/office/officeart/2018/2/layout/IconVerticalSolidList"/>
    <dgm:cxn modelId="{2E933E87-3ABF-4E10-B014-8029D24A316A}" type="presParOf" srcId="{1899C6EF-B121-44CB-B330-C7972DBEC141}" destId="{C3F6C4CD-53F6-423B-81AD-55AC44B48F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933AB-11AE-4652-A728-77CFE5F8B6B7}">
      <dsp:nvSpPr>
        <dsp:cNvPr id="0" name=""/>
        <dsp:cNvSpPr/>
      </dsp:nvSpPr>
      <dsp:spPr>
        <a:xfrm>
          <a:off x="0" y="119157"/>
          <a:ext cx="2714624" cy="16287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300" b="0" i="0" kern="1200" baseline="0"/>
            <a:t>Dynamic Programming </a:t>
          </a:r>
          <a:endParaRPr lang="en-US" sz="3300" kern="1200"/>
        </a:p>
      </dsp:txBody>
      <dsp:txXfrm>
        <a:off x="0" y="119157"/>
        <a:ext cx="2714624" cy="1628775"/>
      </dsp:txXfrm>
    </dsp:sp>
    <dsp:sp modelId="{D97DB03B-7688-411E-95BB-7F803DC2D4CA}">
      <dsp:nvSpPr>
        <dsp:cNvPr id="0" name=""/>
        <dsp:cNvSpPr/>
      </dsp:nvSpPr>
      <dsp:spPr>
        <a:xfrm>
          <a:off x="2986087" y="119157"/>
          <a:ext cx="2714624" cy="16287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300" b="0" i="0" kern="1200" baseline="0"/>
            <a:t>Tabular Q-learning </a:t>
          </a:r>
          <a:endParaRPr lang="en-US" sz="3300" kern="1200"/>
        </a:p>
      </dsp:txBody>
      <dsp:txXfrm>
        <a:off x="2986087" y="119157"/>
        <a:ext cx="2714624" cy="1628775"/>
      </dsp:txXfrm>
    </dsp:sp>
    <dsp:sp modelId="{80CDA838-1C42-4808-BDAB-38BB7525B8C2}">
      <dsp:nvSpPr>
        <dsp:cNvPr id="0" name=""/>
        <dsp:cNvSpPr/>
      </dsp:nvSpPr>
      <dsp:spPr>
        <a:xfrm>
          <a:off x="5972175" y="119157"/>
          <a:ext cx="2714624" cy="16287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300" b="0" i="0" kern="1200" baseline="0"/>
            <a:t>Tabular SARSA </a:t>
          </a:r>
          <a:endParaRPr lang="en-US" sz="3300" kern="1200"/>
        </a:p>
      </dsp:txBody>
      <dsp:txXfrm>
        <a:off x="5972175" y="119157"/>
        <a:ext cx="2714624" cy="1628775"/>
      </dsp:txXfrm>
    </dsp:sp>
    <dsp:sp modelId="{1E7AAB97-71C0-4D07-AF1E-0DE628C00F9B}">
      <dsp:nvSpPr>
        <dsp:cNvPr id="0" name=""/>
        <dsp:cNvSpPr/>
      </dsp:nvSpPr>
      <dsp:spPr>
        <a:xfrm>
          <a:off x="1493043" y="2019395"/>
          <a:ext cx="2714624" cy="16287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3300" b="0" i="0" kern="1200" baseline="0"/>
            <a:t>Monte Carlo methods </a:t>
          </a:r>
          <a:endParaRPr lang="en-US" sz="3300" kern="1200"/>
        </a:p>
      </dsp:txBody>
      <dsp:txXfrm>
        <a:off x="1493043" y="2019395"/>
        <a:ext cx="2714624" cy="1628775"/>
      </dsp:txXfrm>
    </dsp:sp>
    <dsp:sp modelId="{F19EE55C-BC71-49BE-A78E-2F16F411B057}">
      <dsp:nvSpPr>
        <dsp:cNvPr id="0" name=""/>
        <dsp:cNvSpPr/>
      </dsp:nvSpPr>
      <dsp:spPr>
        <a:xfrm>
          <a:off x="4479131" y="2019395"/>
          <a:ext cx="2714624" cy="16287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Time Difference Methods</a:t>
          </a:r>
        </a:p>
      </dsp:txBody>
      <dsp:txXfrm>
        <a:off x="4479131" y="2019395"/>
        <a:ext cx="2714624" cy="1628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A28F4-8768-4EBD-90D9-F60019A58972}">
      <dsp:nvSpPr>
        <dsp:cNvPr id="0" name=""/>
        <dsp:cNvSpPr/>
      </dsp:nvSpPr>
      <dsp:spPr>
        <a:xfrm>
          <a:off x="0" y="443285"/>
          <a:ext cx="6620255" cy="9354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Deep Q-Learning</a:t>
          </a:r>
        </a:p>
      </dsp:txBody>
      <dsp:txXfrm>
        <a:off x="45663" y="488948"/>
        <a:ext cx="6528929" cy="844089"/>
      </dsp:txXfrm>
    </dsp:sp>
    <dsp:sp modelId="{1A806C4B-D3C5-483D-BD8A-E174F6798F32}">
      <dsp:nvSpPr>
        <dsp:cNvPr id="0" name=""/>
        <dsp:cNvSpPr/>
      </dsp:nvSpPr>
      <dsp:spPr>
        <a:xfrm>
          <a:off x="0" y="1491020"/>
          <a:ext cx="6620255" cy="935415"/>
        </a:xfrm>
        <a:prstGeom prst="roundRect">
          <a:avLst/>
        </a:prstGeom>
        <a:solidFill>
          <a:schemeClr val="accent2">
            <a:hueOff val="-3456336"/>
            <a:satOff val="-6803"/>
            <a:lumOff val="42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Policy Gradient Methods</a:t>
          </a:r>
        </a:p>
      </dsp:txBody>
      <dsp:txXfrm>
        <a:off x="45663" y="1536683"/>
        <a:ext cx="6528929" cy="844089"/>
      </dsp:txXfrm>
    </dsp:sp>
    <dsp:sp modelId="{088F4621-A898-4DC5-AEDE-0012CF932596}">
      <dsp:nvSpPr>
        <dsp:cNvPr id="0" name=""/>
        <dsp:cNvSpPr/>
      </dsp:nvSpPr>
      <dsp:spPr>
        <a:xfrm>
          <a:off x="0" y="2538756"/>
          <a:ext cx="6620255" cy="935415"/>
        </a:xfrm>
        <a:prstGeom prst="roundRect">
          <a:avLst/>
        </a:prstGeom>
        <a:solidFill>
          <a:schemeClr val="accent2">
            <a:hueOff val="-6912672"/>
            <a:satOff val="-13605"/>
            <a:lumOff val="84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Actor-Critic Methods</a:t>
          </a:r>
        </a:p>
      </dsp:txBody>
      <dsp:txXfrm>
        <a:off x="45663" y="2584419"/>
        <a:ext cx="6528929" cy="844089"/>
      </dsp:txXfrm>
    </dsp:sp>
    <dsp:sp modelId="{90001B11-A4B5-45C6-AF97-18339DEE0275}">
      <dsp:nvSpPr>
        <dsp:cNvPr id="0" name=""/>
        <dsp:cNvSpPr/>
      </dsp:nvSpPr>
      <dsp:spPr>
        <a:xfrm>
          <a:off x="0" y="3586491"/>
          <a:ext cx="6620255" cy="935415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Proximal Policy Optimization</a:t>
          </a:r>
        </a:p>
      </dsp:txBody>
      <dsp:txXfrm>
        <a:off x="45663" y="3632154"/>
        <a:ext cx="6528929" cy="84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5D432-A552-447C-B87B-B337C0C39793}">
      <dsp:nvSpPr>
        <dsp:cNvPr id="0" name=""/>
        <dsp:cNvSpPr/>
      </dsp:nvSpPr>
      <dsp:spPr>
        <a:xfrm>
          <a:off x="1230782" y="2333"/>
          <a:ext cx="4923129" cy="102388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22" tIns="260068" rIns="95522" bIns="2600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Understand core RL concepts and terminology</a:t>
          </a:r>
        </a:p>
      </dsp:txBody>
      <dsp:txXfrm>
        <a:off x="1230782" y="2333"/>
        <a:ext cx="4923129" cy="1023888"/>
      </dsp:txXfrm>
    </dsp:sp>
    <dsp:sp modelId="{E5EBED66-0791-4E98-9632-6604B7F3706E}">
      <dsp:nvSpPr>
        <dsp:cNvPr id="0" name=""/>
        <dsp:cNvSpPr/>
      </dsp:nvSpPr>
      <dsp:spPr>
        <a:xfrm>
          <a:off x="0" y="2333"/>
          <a:ext cx="1230782" cy="10238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29" tIns="101137" rIns="65129" bIns="1011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Understand</a:t>
          </a:r>
        </a:p>
      </dsp:txBody>
      <dsp:txXfrm>
        <a:off x="0" y="2333"/>
        <a:ext cx="1230782" cy="1023888"/>
      </dsp:txXfrm>
    </dsp:sp>
    <dsp:sp modelId="{08BC77EB-271F-4F3A-BB68-CE6BC47D35FF}">
      <dsp:nvSpPr>
        <dsp:cNvPr id="0" name=""/>
        <dsp:cNvSpPr/>
      </dsp:nvSpPr>
      <dsp:spPr>
        <a:xfrm>
          <a:off x="1230782" y="1087655"/>
          <a:ext cx="4923129" cy="1023888"/>
        </a:xfrm>
        <a:prstGeom prst="rect">
          <a:avLst/>
        </a:prstGeom>
        <a:solidFill>
          <a:schemeClr val="accent5">
            <a:tint val="40000"/>
            <a:alpha val="90000"/>
            <a:hueOff val="2010165"/>
            <a:satOff val="-13725"/>
            <a:lumOff val="-102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2010165"/>
              <a:satOff val="-13725"/>
              <a:lumOff val="-102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22" tIns="260068" rIns="95522" bIns="2600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Implement basic RL algorithms from scratch</a:t>
          </a:r>
        </a:p>
      </dsp:txBody>
      <dsp:txXfrm>
        <a:off x="1230782" y="1087655"/>
        <a:ext cx="4923129" cy="1023888"/>
      </dsp:txXfrm>
    </dsp:sp>
    <dsp:sp modelId="{3359EABA-3271-49B8-A47E-1597428D6726}">
      <dsp:nvSpPr>
        <dsp:cNvPr id="0" name=""/>
        <dsp:cNvSpPr/>
      </dsp:nvSpPr>
      <dsp:spPr>
        <a:xfrm>
          <a:off x="0" y="1087655"/>
          <a:ext cx="1230782" cy="1023888"/>
        </a:xfrm>
        <a:prstGeom prst="rect">
          <a:avLst/>
        </a:prstGeom>
        <a:solidFill>
          <a:schemeClr val="accent5">
            <a:hueOff val="2093851"/>
            <a:satOff val="224"/>
            <a:lumOff val="-4314"/>
            <a:alphaOff val="0"/>
          </a:schemeClr>
        </a:solidFill>
        <a:ln w="12700" cap="flat" cmpd="sng" algn="ctr">
          <a:solidFill>
            <a:schemeClr val="accent5">
              <a:hueOff val="2093851"/>
              <a:satOff val="224"/>
              <a:lumOff val="-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29" tIns="101137" rIns="65129" bIns="1011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</a:t>
          </a:r>
        </a:p>
      </dsp:txBody>
      <dsp:txXfrm>
        <a:off x="0" y="1087655"/>
        <a:ext cx="1230782" cy="1023888"/>
      </dsp:txXfrm>
    </dsp:sp>
    <dsp:sp modelId="{7910353D-823C-42CF-BF3F-CA90CD84114A}">
      <dsp:nvSpPr>
        <dsp:cNvPr id="0" name=""/>
        <dsp:cNvSpPr/>
      </dsp:nvSpPr>
      <dsp:spPr>
        <a:xfrm>
          <a:off x="1230782" y="2172977"/>
          <a:ext cx="4923129" cy="1023888"/>
        </a:xfrm>
        <a:prstGeom prst="rect">
          <a:avLst/>
        </a:prstGeom>
        <a:solidFill>
          <a:schemeClr val="accent5">
            <a:tint val="40000"/>
            <a:alpha val="90000"/>
            <a:hueOff val="4020331"/>
            <a:satOff val="-27451"/>
            <a:lumOff val="-204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4020331"/>
              <a:satOff val="-27451"/>
              <a:lumOff val="-20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22" tIns="260068" rIns="95522" bIns="2600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Apply RL techniques to solve real-world problems</a:t>
          </a:r>
        </a:p>
      </dsp:txBody>
      <dsp:txXfrm>
        <a:off x="1230782" y="2172977"/>
        <a:ext cx="4923129" cy="1023888"/>
      </dsp:txXfrm>
    </dsp:sp>
    <dsp:sp modelId="{98894AF6-BC05-4F84-A3CE-70D047B93585}">
      <dsp:nvSpPr>
        <dsp:cNvPr id="0" name=""/>
        <dsp:cNvSpPr/>
      </dsp:nvSpPr>
      <dsp:spPr>
        <a:xfrm>
          <a:off x="0" y="2172977"/>
          <a:ext cx="1230782" cy="1023888"/>
        </a:xfrm>
        <a:prstGeom prst="rect">
          <a:avLst/>
        </a:prstGeom>
        <a:solidFill>
          <a:schemeClr val="accent5">
            <a:hueOff val="4187701"/>
            <a:satOff val="449"/>
            <a:lumOff val="-8628"/>
            <a:alphaOff val="0"/>
          </a:schemeClr>
        </a:solidFill>
        <a:ln w="12700" cap="flat" cmpd="sng" algn="ctr">
          <a:solidFill>
            <a:schemeClr val="accent5">
              <a:hueOff val="4187701"/>
              <a:satOff val="449"/>
              <a:lumOff val="-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29" tIns="101137" rIns="65129" bIns="1011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Apply</a:t>
          </a:r>
        </a:p>
      </dsp:txBody>
      <dsp:txXfrm>
        <a:off x="0" y="2172977"/>
        <a:ext cx="1230782" cy="1023888"/>
      </dsp:txXfrm>
    </dsp:sp>
    <dsp:sp modelId="{681B8D71-94BD-42AC-8C0A-A2AE533230E4}">
      <dsp:nvSpPr>
        <dsp:cNvPr id="0" name=""/>
        <dsp:cNvSpPr/>
      </dsp:nvSpPr>
      <dsp:spPr>
        <a:xfrm>
          <a:off x="1230782" y="3258299"/>
          <a:ext cx="4923129" cy="1023888"/>
        </a:xfrm>
        <a:prstGeom prst="rect">
          <a:avLst/>
        </a:prstGeom>
        <a:solidFill>
          <a:schemeClr val="accent5">
            <a:tint val="40000"/>
            <a:alpha val="90000"/>
            <a:hueOff val="6030496"/>
            <a:satOff val="-41176"/>
            <a:lumOff val="-306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6030496"/>
              <a:satOff val="-41176"/>
              <a:lumOff val="-30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22" tIns="260068" rIns="95522" bIns="2600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Evaluate and compare different RL approaches</a:t>
          </a:r>
        </a:p>
      </dsp:txBody>
      <dsp:txXfrm>
        <a:off x="1230782" y="3258299"/>
        <a:ext cx="4923129" cy="1023888"/>
      </dsp:txXfrm>
    </dsp:sp>
    <dsp:sp modelId="{DA8F14EE-B12B-46D2-AA57-073B2B7CF97D}">
      <dsp:nvSpPr>
        <dsp:cNvPr id="0" name=""/>
        <dsp:cNvSpPr/>
      </dsp:nvSpPr>
      <dsp:spPr>
        <a:xfrm>
          <a:off x="0" y="3258299"/>
          <a:ext cx="1230782" cy="1023888"/>
        </a:xfrm>
        <a:prstGeom prst="rect">
          <a:avLst/>
        </a:prstGeom>
        <a:solidFill>
          <a:schemeClr val="accent5">
            <a:hueOff val="6281552"/>
            <a:satOff val="673"/>
            <a:lumOff val="-12942"/>
            <a:alphaOff val="0"/>
          </a:schemeClr>
        </a:solidFill>
        <a:ln w="12700" cap="flat" cmpd="sng" algn="ctr">
          <a:solidFill>
            <a:schemeClr val="accent5">
              <a:hueOff val="6281552"/>
              <a:satOff val="673"/>
              <a:lumOff val="-129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29" tIns="101137" rIns="65129" bIns="1011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Evaluate and compare</a:t>
          </a:r>
        </a:p>
      </dsp:txBody>
      <dsp:txXfrm>
        <a:off x="0" y="3258299"/>
        <a:ext cx="1230782" cy="1023888"/>
      </dsp:txXfrm>
    </dsp:sp>
    <dsp:sp modelId="{1B05FABE-DA0E-448E-B920-E952CEA7453C}">
      <dsp:nvSpPr>
        <dsp:cNvPr id="0" name=""/>
        <dsp:cNvSpPr/>
      </dsp:nvSpPr>
      <dsp:spPr>
        <a:xfrm>
          <a:off x="1230782" y="4343621"/>
          <a:ext cx="4923129" cy="1023888"/>
        </a:xfrm>
        <a:prstGeom prst="rect">
          <a:avLst/>
        </a:prstGeom>
        <a:solidFill>
          <a:schemeClr val="accent5">
            <a:tint val="40000"/>
            <a:alpha val="90000"/>
            <a:hueOff val="8040662"/>
            <a:satOff val="-54901"/>
            <a:lumOff val="-408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8040662"/>
              <a:satOff val="-54901"/>
              <a:lumOff val="-40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522" tIns="260068" rIns="95522" bIns="2600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Design and conduct RL experiments</a:t>
          </a:r>
        </a:p>
      </dsp:txBody>
      <dsp:txXfrm>
        <a:off x="1230782" y="4343621"/>
        <a:ext cx="4923129" cy="1023888"/>
      </dsp:txXfrm>
    </dsp:sp>
    <dsp:sp modelId="{D5519FF8-CB6A-4AEE-8E70-302156D5F30C}">
      <dsp:nvSpPr>
        <dsp:cNvPr id="0" name=""/>
        <dsp:cNvSpPr/>
      </dsp:nvSpPr>
      <dsp:spPr>
        <a:xfrm>
          <a:off x="0" y="4343621"/>
          <a:ext cx="1230782" cy="1023888"/>
        </a:xfrm>
        <a:prstGeom prst="rect">
          <a:avLst/>
        </a:prstGeom>
        <a:solidFill>
          <a:schemeClr val="accent5">
            <a:hueOff val="8375403"/>
            <a:satOff val="897"/>
            <a:lumOff val="-17256"/>
            <a:alphaOff val="0"/>
          </a:schemeClr>
        </a:solidFill>
        <a:ln w="12700" cap="flat" cmpd="sng" algn="ctr">
          <a:solidFill>
            <a:schemeClr val="accent5">
              <a:hueOff val="8375403"/>
              <a:satOff val="897"/>
              <a:lumOff val="-172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5129" tIns="101137" rIns="65129" bIns="101137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 and conduct</a:t>
          </a:r>
        </a:p>
      </dsp:txBody>
      <dsp:txXfrm>
        <a:off x="0" y="4343621"/>
        <a:ext cx="1230782" cy="10238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88E17-1EA1-4174-8CB7-789F67FAB581}">
      <dsp:nvSpPr>
        <dsp:cNvPr id="0" name=""/>
        <dsp:cNvSpPr/>
      </dsp:nvSpPr>
      <dsp:spPr>
        <a:xfrm>
          <a:off x="1283336" y="307345"/>
          <a:ext cx="4170761" cy="4170761"/>
        </a:xfrm>
        <a:prstGeom prst="pie">
          <a:avLst>
            <a:gd name="adj1" fmla="val 16200000"/>
            <a:gd name="adj2" fmla="val 205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Basic Python programming</a:t>
          </a:r>
        </a:p>
      </dsp:txBody>
      <dsp:txXfrm>
        <a:off x="3459083" y="1008430"/>
        <a:ext cx="1340601" cy="893734"/>
      </dsp:txXfrm>
    </dsp:sp>
    <dsp:sp modelId="{D02E7EC5-1257-417F-9F04-25AB9B186E3E}">
      <dsp:nvSpPr>
        <dsp:cNvPr id="0" name=""/>
        <dsp:cNvSpPr/>
      </dsp:nvSpPr>
      <dsp:spPr>
        <a:xfrm>
          <a:off x="1319086" y="418565"/>
          <a:ext cx="4170761" cy="4170761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Probability and Statistics</a:t>
          </a:r>
        </a:p>
      </dsp:txBody>
      <dsp:txXfrm>
        <a:off x="4005254" y="2324206"/>
        <a:ext cx="1241298" cy="993038"/>
      </dsp:txXfrm>
    </dsp:sp>
    <dsp:sp modelId="{E944223D-779C-4333-A02A-4460366069A0}">
      <dsp:nvSpPr>
        <dsp:cNvPr id="0" name=""/>
        <dsp:cNvSpPr/>
      </dsp:nvSpPr>
      <dsp:spPr>
        <a:xfrm>
          <a:off x="1224747" y="487085"/>
          <a:ext cx="4170761" cy="4170761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Linear Algebra</a:t>
          </a:r>
        </a:p>
      </dsp:txBody>
      <dsp:txXfrm>
        <a:off x="2714304" y="3416548"/>
        <a:ext cx="1191646" cy="1092342"/>
      </dsp:txXfrm>
    </dsp:sp>
    <dsp:sp modelId="{23F7FEC2-4CEE-4150-BF27-0CEF88B02838}">
      <dsp:nvSpPr>
        <dsp:cNvPr id="0" name=""/>
        <dsp:cNvSpPr/>
      </dsp:nvSpPr>
      <dsp:spPr>
        <a:xfrm>
          <a:off x="1130408" y="418565"/>
          <a:ext cx="4170761" cy="4170761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Calculus</a:t>
          </a:r>
        </a:p>
      </dsp:txBody>
      <dsp:txXfrm>
        <a:off x="1373703" y="2324206"/>
        <a:ext cx="1241298" cy="993038"/>
      </dsp:txXfrm>
    </dsp:sp>
    <dsp:sp modelId="{AD6E1D26-4AB3-47FB-BB73-8DDA4D5221C6}">
      <dsp:nvSpPr>
        <dsp:cNvPr id="0" name=""/>
        <dsp:cNvSpPr/>
      </dsp:nvSpPr>
      <dsp:spPr>
        <a:xfrm>
          <a:off x="1166158" y="307345"/>
          <a:ext cx="4170761" cy="4170761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Machine Learning fundamentals</a:t>
          </a:r>
        </a:p>
      </dsp:txBody>
      <dsp:txXfrm>
        <a:off x="1820570" y="1008430"/>
        <a:ext cx="1340601" cy="893734"/>
      </dsp:txXfrm>
    </dsp:sp>
    <dsp:sp modelId="{50917A34-2787-4AE6-8029-598F3B8660F5}">
      <dsp:nvSpPr>
        <dsp:cNvPr id="0" name=""/>
        <dsp:cNvSpPr/>
      </dsp:nvSpPr>
      <dsp:spPr>
        <a:xfrm>
          <a:off x="1024950" y="49155"/>
          <a:ext cx="4687141" cy="4687141"/>
        </a:xfrm>
        <a:prstGeom prst="circularArrow">
          <a:avLst>
            <a:gd name="adj1" fmla="val 5085"/>
            <a:gd name="adj2" fmla="val 327528"/>
            <a:gd name="adj3" fmla="val 20192361"/>
            <a:gd name="adj4" fmla="val 16200324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C095B-3F6B-4677-9335-FC0F165404BF}">
      <dsp:nvSpPr>
        <dsp:cNvPr id="0" name=""/>
        <dsp:cNvSpPr/>
      </dsp:nvSpPr>
      <dsp:spPr>
        <a:xfrm>
          <a:off x="1061184" y="160339"/>
          <a:ext cx="4687141" cy="4687141"/>
        </a:xfrm>
        <a:prstGeom prst="circularArrow">
          <a:avLst>
            <a:gd name="adj1" fmla="val 5085"/>
            <a:gd name="adj2" fmla="val 327528"/>
            <a:gd name="adj3" fmla="val 2912753"/>
            <a:gd name="adj4" fmla="val 20519953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B0D48-F8B8-4FAC-8EDC-A42A7E35D56B}">
      <dsp:nvSpPr>
        <dsp:cNvPr id="0" name=""/>
        <dsp:cNvSpPr/>
      </dsp:nvSpPr>
      <dsp:spPr>
        <a:xfrm>
          <a:off x="966557" y="229068"/>
          <a:ext cx="4687141" cy="4687141"/>
        </a:xfrm>
        <a:prstGeom prst="circularArrow">
          <a:avLst>
            <a:gd name="adj1" fmla="val 5085"/>
            <a:gd name="adj2" fmla="val 327528"/>
            <a:gd name="adj3" fmla="val 7232777"/>
            <a:gd name="adj4" fmla="val 3239695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827571-AFF8-44E0-9CDC-2D26329F3360}">
      <dsp:nvSpPr>
        <dsp:cNvPr id="0" name=""/>
        <dsp:cNvSpPr/>
      </dsp:nvSpPr>
      <dsp:spPr>
        <a:xfrm>
          <a:off x="871930" y="160339"/>
          <a:ext cx="4687141" cy="4687141"/>
        </a:xfrm>
        <a:prstGeom prst="circularArrow">
          <a:avLst>
            <a:gd name="adj1" fmla="val 5085"/>
            <a:gd name="adj2" fmla="val 327528"/>
            <a:gd name="adj3" fmla="val 11552519"/>
            <a:gd name="adj4" fmla="val 7559718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B04F8-B305-4EFD-A2B4-4FCA205319E9}">
      <dsp:nvSpPr>
        <dsp:cNvPr id="0" name=""/>
        <dsp:cNvSpPr/>
      </dsp:nvSpPr>
      <dsp:spPr>
        <a:xfrm>
          <a:off x="908164" y="49155"/>
          <a:ext cx="4687141" cy="4687141"/>
        </a:xfrm>
        <a:prstGeom prst="circularArrow">
          <a:avLst>
            <a:gd name="adj1" fmla="val 5085"/>
            <a:gd name="adj2" fmla="val 327528"/>
            <a:gd name="adj3" fmla="val 15872148"/>
            <a:gd name="adj4" fmla="val 11880111"/>
            <a:gd name="adj5" fmla="val 5932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D4051F-829A-4BAD-AFA5-2A20B371524D}">
      <dsp:nvSpPr>
        <dsp:cNvPr id="0" name=""/>
        <dsp:cNvSpPr/>
      </dsp:nvSpPr>
      <dsp:spPr>
        <a:xfrm>
          <a:off x="666089" y="196163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2230A3-AB33-4F4F-B5E3-EDDC6E25D113}">
      <dsp:nvSpPr>
        <dsp:cNvPr id="0" name=""/>
        <dsp:cNvSpPr/>
      </dsp:nvSpPr>
      <dsp:spPr>
        <a:xfrm>
          <a:off x="1097527" y="627601"/>
          <a:ext cx="1161562" cy="1161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E37A6-F82F-44DE-924B-F4754C250E65}">
      <dsp:nvSpPr>
        <dsp:cNvPr id="0" name=""/>
        <dsp:cNvSpPr/>
      </dsp:nvSpPr>
      <dsp:spPr>
        <a:xfrm>
          <a:off x="18933" y="285116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Explore vs Exploit (Dry Run, code)</a:t>
          </a:r>
        </a:p>
      </dsp:txBody>
      <dsp:txXfrm>
        <a:off x="18933" y="2851164"/>
        <a:ext cx="3318750" cy="720000"/>
      </dsp:txXfrm>
    </dsp:sp>
    <dsp:sp modelId="{EDD822A4-4F8D-4FDD-90F4-7E8E8F620D8D}">
      <dsp:nvSpPr>
        <dsp:cNvPr id="0" name=""/>
        <dsp:cNvSpPr/>
      </dsp:nvSpPr>
      <dsp:spPr>
        <a:xfrm>
          <a:off x="4565621" y="196163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FD0474-A4D0-4256-8813-0F3A20F591BD}">
      <dsp:nvSpPr>
        <dsp:cNvPr id="0" name=""/>
        <dsp:cNvSpPr/>
      </dsp:nvSpPr>
      <dsp:spPr>
        <a:xfrm>
          <a:off x="4997058" y="627601"/>
          <a:ext cx="1161562" cy="1161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32F1F-5461-4FF3-807C-8005566F8631}">
      <dsp:nvSpPr>
        <dsp:cNvPr id="0" name=""/>
        <dsp:cNvSpPr/>
      </dsp:nvSpPr>
      <dsp:spPr>
        <a:xfrm>
          <a:off x="3918465" y="285116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Exact Solution Methods (Dry Run, Code)</a:t>
          </a:r>
        </a:p>
      </dsp:txBody>
      <dsp:txXfrm>
        <a:off x="3918465" y="2851164"/>
        <a:ext cx="3318750" cy="720000"/>
      </dsp:txXfrm>
    </dsp:sp>
    <dsp:sp modelId="{9EC7915D-5287-41AF-BB9A-B0EC03769B1A}">
      <dsp:nvSpPr>
        <dsp:cNvPr id="0" name=""/>
        <dsp:cNvSpPr/>
      </dsp:nvSpPr>
      <dsp:spPr>
        <a:xfrm>
          <a:off x="8465152" y="196163"/>
          <a:ext cx="2024437" cy="2024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C6333-20AB-4A1C-8D34-A6FB20914F04}">
      <dsp:nvSpPr>
        <dsp:cNvPr id="0" name=""/>
        <dsp:cNvSpPr/>
      </dsp:nvSpPr>
      <dsp:spPr>
        <a:xfrm>
          <a:off x="8896590" y="627601"/>
          <a:ext cx="1161562" cy="1161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2F2C9-F770-43C1-85FD-17DC7A02A4D4}">
      <dsp:nvSpPr>
        <dsp:cNvPr id="0" name=""/>
        <dsp:cNvSpPr/>
      </dsp:nvSpPr>
      <dsp:spPr>
        <a:xfrm>
          <a:off x="7817996" y="2851164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Approximated Solution Methods (Code)</a:t>
          </a:r>
        </a:p>
      </dsp:txBody>
      <dsp:txXfrm>
        <a:off x="7817996" y="2851164"/>
        <a:ext cx="33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2D0F5-53F1-4360-906C-B5A12FBACE42}">
      <dsp:nvSpPr>
        <dsp:cNvPr id="0" name=""/>
        <dsp:cNvSpPr/>
      </dsp:nvSpPr>
      <dsp:spPr>
        <a:xfrm>
          <a:off x="0" y="814273"/>
          <a:ext cx="7301068" cy="1503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AF3C93-882E-4474-B256-55CBB374CFE6}">
      <dsp:nvSpPr>
        <dsp:cNvPr id="0" name=""/>
        <dsp:cNvSpPr/>
      </dsp:nvSpPr>
      <dsp:spPr>
        <a:xfrm>
          <a:off x="454740" y="1152509"/>
          <a:ext cx="826800" cy="826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D2DC8-86AE-410D-9B14-261A3971A266}">
      <dsp:nvSpPr>
        <dsp:cNvPr id="0" name=""/>
        <dsp:cNvSpPr/>
      </dsp:nvSpPr>
      <dsp:spPr>
        <a:xfrm>
          <a:off x="1736281" y="814273"/>
          <a:ext cx="5564786" cy="1503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096" tIns="159096" rIns="159096" bIns="15909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Terminology and Basic Concepts</a:t>
          </a:r>
        </a:p>
      </dsp:txBody>
      <dsp:txXfrm>
        <a:off x="1736281" y="814273"/>
        <a:ext cx="5564786" cy="1503273"/>
      </dsp:txXfrm>
    </dsp:sp>
    <dsp:sp modelId="{810AAF10-5A82-43BB-954F-C315D6BCFD71}">
      <dsp:nvSpPr>
        <dsp:cNvPr id="0" name=""/>
        <dsp:cNvSpPr/>
      </dsp:nvSpPr>
      <dsp:spPr>
        <a:xfrm>
          <a:off x="0" y="2693365"/>
          <a:ext cx="7301068" cy="15032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007E54-94EF-4588-B52C-ABD6C975BA0B}">
      <dsp:nvSpPr>
        <dsp:cNvPr id="0" name=""/>
        <dsp:cNvSpPr/>
      </dsp:nvSpPr>
      <dsp:spPr>
        <a:xfrm>
          <a:off x="454740" y="3031601"/>
          <a:ext cx="826800" cy="826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6C4CD-53F6-423B-81AD-55AC44B48FD8}">
      <dsp:nvSpPr>
        <dsp:cNvPr id="0" name=""/>
        <dsp:cNvSpPr/>
      </dsp:nvSpPr>
      <dsp:spPr>
        <a:xfrm>
          <a:off x="1736281" y="2693365"/>
          <a:ext cx="5564786" cy="15032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096" tIns="159096" rIns="159096" bIns="15909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Exact solution methods</a:t>
          </a:r>
        </a:p>
      </dsp:txBody>
      <dsp:txXfrm>
        <a:off x="1736281" y="2693365"/>
        <a:ext cx="5564786" cy="15032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0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8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30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5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0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57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8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30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0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3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8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3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79B500-98B6-0396-9295-B497B5EF8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2334247"/>
          </a:xfrm>
        </p:spPr>
        <p:txBody>
          <a:bodyPr anchor="t">
            <a:normAutofit/>
          </a:bodyPr>
          <a:lstStyle/>
          <a:p>
            <a:r>
              <a:rPr lang="en-US" dirty="0"/>
              <a:t>Reinforcement Learning Course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AE8C6-DDB1-3EA1-4987-DB0821F9F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6141545" cy="1724029"/>
          </a:xfrm>
        </p:spPr>
        <p:txBody>
          <a:bodyPr anchor="t">
            <a:normAutofit/>
          </a:bodyPr>
          <a:lstStyle/>
          <a:p>
            <a:endParaRPr lang="en-US" dirty="0"/>
          </a:p>
          <a:p>
            <a:r>
              <a:rPr lang="en-US" dirty="0"/>
              <a:t>Dr. Benny Bornfeld</a:t>
            </a:r>
            <a:endParaRPr lang="en-IL" dirty="0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8DA24-377F-D768-01ED-B20DBE322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830" y="508090"/>
            <a:ext cx="2829566" cy="252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85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3B4B93-3A72-C6ED-B13D-6DBDC4C41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2085" y="976160"/>
            <a:ext cx="6258996" cy="1463040"/>
          </a:xfrm>
        </p:spPr>
        <p:txBody>
          <a:bodyPr>
            <a:normAutofit/>
          </a:bodyPr>
          <a:lstStyle/>
          <a:p>
            <a:r>
              <a:rPr lang="en-US" sz="4400"/>
              <a:t>Topics</a:t>
            </a:r>
            <a:endParaRPr lang="en-IL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30F12-12FA-D16F-91F0-CF270591B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2085" y="1874018"/>
            <a:ext cx="6258996" cy="37673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Topics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Explore Vs Exploit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Basic Terminology and Concepts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Exact Solution Methods (Tabular Methods) 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Approximate Solution Methods</a:t>
            </a:r>
          </a:p>
          <a:p>
            <a:pPr>
              <a:lnSpc>
                <a:spcPct val="100000"/>
              </a:lnSpc>
            </a:pPr>
            <a:r>
              <a:rPr lang="en-US" dirty="0"/>
              <a:t>Learning and Testing Environments</a:t>
            </a:r>
          </a:p>
          <a:p>
            <a:pPr>
              <a:lnSpc>
                <a:spcPct val="100000"/>
              </a:lnSpc>
            </a:pPr>
            <a:r>
              <a:rPr lang="en-US" dirty="0"/>
              <a:t>Course Learning Objectives</a:t>
            </a:r>
          </a:p>
          <a:p>
            <a:pPr>
              <a:lnSpc>
                <a:spcPct val="100000"/>
              </a:lnSpc>
            </a:pPr>
            <a:r>
              <a:rPr lang="en-US" dirty="0"/>
              <a:t>Course Prerequisites</a:t>
            </a:r>
          </a:p>
          <a:p>
            <a:pPr>
              <a:lnSpc>
                <a:spcPct val="100000"/>
              </a:lnSpc>
            </a:pPr>
            <a:r>
              <a:rPr lang="en-US" dirty="0"/>
              <a:t>Course Assignments</a:t>
            </a:r>
          </a:p>
          <a:p>
            <a:pPr>
              <a:lnSpc>
                <a:spcPct val="100000"/>
              </a:lnSpc>
            </a:pPr>
            <a:r>
              <a:rPr lang="en-US" dirty="0"/>
              <a:t>Course Test</a:t>
            </a:r>
          </a:p>
          <a:p>
            <a:pPr>
              <a:lnSpc>
                <a:spcPct val="100000"/>
              </a:lnSpc>
            </a:pPr>
            <a:r>
              <a:rPr lang="en-US" dirty="0"/>
              <a:t>Course Project</a:t>
            </a:r>
          </a:p>
          <a:p>
            <a:pPr>
              <a:lnSpc>
                <a:spcPct val="100000"/>
              </a:lnSpc>
            </a:pPr>
            <a:endParaRPr lang="en-IL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Blackboard">
            <a:extLst>
              <a:ext uri="{FF2B5EF4-FFF2-40B4-BE49-F238E27FC236}">
                <a16:creationId xmlns:a16="http://schemas.microsoft.com/office/drawing/2014/main" id="{D905B5E6-11D3-DD71-B18E-A2CCF33B9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9" y="976160"/>
            <a:ext cx="4454725" cy="445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33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349904-9C0F-648C-2DCF-731DB126E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153" y="976160"/>
            <a:ext cx="6281929" cy="196298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600" dirty="0"/>
              <a:t>Explore vs</a:t>
            </a:r>
            <a:br>
              <a:rPr lang="en-US" sz="3600" dirty="0"/>
            </a:br>
            <a:r>
              <a:rPr lang="en-US" sz="3600" dirty="0"/>
              <a:t>Exploit</a:t>
            </a:r>
            <a:br>
              <a:rPr lang="en-US" sz="2100" dirty="0"/>
            </a:br>
            <a:br>
              <a:rPr lang="en-US" sz="2100" dirty="0"/>
            </a:br>
            <a:r>
              <a:rPr lang="en-US" sz="2100" i="1" dirty="0"/>
              <a:t>Riddle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FBB49-7982-F6D8-CB10-72DC9B596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204"/>
            <a:ext cx="4160520" cy="5257800"/>
          </a:xfrm>
        </p:spPr>
        <p:txBody>
          <a:bodyPr>
            <a:normAutofit/>
          </a:bodyPr>
          <a:lstStyle/>
          <a:p>
            <a:r>
              <a:rPr lang="en-US" sz="1800" dirty="0"/>
              <a:t>You get to a new city, looking to rent the </a:t>
            </a:r>
            <a:r>
              <a:rPr lang="en-US" sz="1800" b="1" u="sng" dirty="0"/>
              <a:t>best</a:t>
            </a:r>
            <a:r>
              <a:rPr lang="en-US" sz="1800" dirty="0"/>
              <a:t> apartment for you, well defined based on combination of price, size, light, renovated, …</a:t>
            </a:r>
          </a:p>
          <a:p>
            <a:r>
              <a:rPr lang="en-US" sz="1800" dirty="0"/>
              <a:t>There are a total of 100 apartments for rent</a:t>
            </a:r>
          </a:p>
          <a:p>
            <a:r>
              <a:rPr lang="en-US" sz="1800" dirty="0"/>
              <a:t>You got an unordered list of the 100 apartment and you see them one by one with no upfront knowledge.</a:t>
            </a:r>
          </a:p>
          <a:p>
            <a:r>
              <a:rPr lang="en-US" sz="1800" dirty="0"/>
              <a:t>Each time you see an apartment you can choose to take it or not. If you chose not to take it, you </a:t>
            </a:r>
            <a:r>
              <a:rPr lang="en-US" sz="1800" b="1" dirty="0">
                <a:solidFill>
                  <a:srgbClr val="FF0000"/>
                </a:solidFill>
              </a:rPr>
              <a:t>can not take her later</a:t>
            </a:r>
            <a:r>
              <a:rPr lang="en-US" sz="1800" dirty="0">
                <a:solidFill>
                  <a:srgbClr val="FF0000"/>
                </a:solidFill>
              </a:rPr>
              <a:t>.</a:t>
            </a:r>
          </a:p>
          <a:p>
            <a:r>
              <a:rPr lang="en-US" sz="1800" b="1" dirty="0"/>
              <a:t>What is your strategy to find the optimal apartment?</a:t>
            </a:r>
          </a:p>
          <a:p>
            <a:endParaRPr lang="en-US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lage of a room&#10;&#10;AI-generated content may be incorrect.">
            <a:extLst>
              <a:ext uri="{FF2B5EF4-FFF2-40B4-BE49-F238E27FC236}">
                <a16:creationId xmlns:a16="http://schemas.microsoft.com/office/drawing/2014/main" id="{C8119995-2AEE-922F-B0B0-915E074DD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7" y="4037395"/>
            <a:ext cx="6281928" cy="2308608"/>
          </a:xfrm>
          <a:prstGeom prst="rect">
            <a:avLst/>
          </a:prstGeom>
        </p:spPr>
      </p:pic>
      <p:pic>
        <p:nvPicPr>
          <p:cNvPr id="2050" name="Picture 2" descr="53,400+ Riddle Stock Illustrations, Royalty-Free Vector Graphics &amp; Clip Art  - iStock | Riddle background, Solve riddle, Riddle icon">
            <a:extLst>
              <a:ext uri="{FF2B5EF4-FFF2-40B4-BE49-F238E27FC236}">
                <a16:creationId xmlns:a16="http://schemas.microsoft.com/office/drawing/2014/main" id="{15406959-932C-3273-0FF1-C8C9E46E4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451" y="2653096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43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7" name="Rectangle 308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565B52-954A-0918-FAAD-9DA7B334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>
                <a:solidFill>
                  <a:schemeClr val="tx2"/>
                </a:solidFill>
              </a:rPr>
              <a:t>RL Basic Terminology</a:t>
            </a:r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Word Cloud">
            <a:extLst>
              <a:ext uri="{FF2B5EF4-FFF2-40B4-BE49-F238E27FC236}">
                <a16:creationId xmlns:a16="http://schemas.microsoft.com/office/drawing/2014/main" id="{A081D2A3-046E-8422-529D-7DBAD5FFA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32366" y="1172540"/>
            <a:ext cx="7438426" cy="4611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9" name="Rectangle 3098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630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04C4F-5196-4D80-5F1B-054B4689A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26" y="976160"/>
            <a:ext cx="8687143" cy="1463040"/>
          </a:xfrm>
        </p:spPr>
        <p:txBody>
          <a:bodyPr>
            <a:normAutofit/>
          </a:bodyPr>
          <a:lstStyle/>
          <a:p>
            <a:r>
              <a:rPr lang="en-US" sz="4400" dirty="0"/>
              <a:t>Exact Solution Methods</a:t>
            </a:r>
            <a:endParaRPr lang="en-IL" sz="4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Rectangle 1">
            <a:extLst>
              <a:ext uri="{FF2B5EF4-FFF2-40B4-BE49-F238E27FC236}">
                <a16:creationId xmlns:a16="http://schemas.microsoft.com/office/drawing/2014/main" id="{ADB8EBEE-DF7A-F0D0-86D2-2B893B86E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108231"/>
              </p:ext>
            </p:extLst>
          </p:nvPr>
        </p:nvGraphicFramePr>
        <p:xfrm>
          <a:off x="517526" y="2578608"/>
          <a:ext cx="868680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00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EBAA57-3EC8-B85A-4A7A-6EC142AF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4032504" cy="3364992"/>
          </a:xfrm>
        </p:spPr>
        <p:txBody>
          <a:bodyPr>
            <a:normAutofit/>
          </a:bodyPr>
          <a:lstStyle/>
          <a:p>
            <a:r>
              <a:rPr lang="en-US" sz="4000"/>
              <a:t>Approximated Solution Methods</a:t>
            </a:r>
            <a:endParaRPr lang="en-IL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D64457-8489-50CD-DA72-CFD176940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77670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302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09" name="Rectangle 620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89EEB-E04B-2475-1C54-F01BDFD9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6159"/>
            <a:ext cx="5021184" cy="227400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Basic Learning and Testing Environments</a:t>
            </a:r>
            <a:br>
              <a:rPr lang="en-US" sz="3700"/>
            </a:b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D9E2B-1C01-93AE-3BB2-D745F9EF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67" y="3552826"/>
            <a:ext cx="5011962" cy="27931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i="1"/>
              <a:t>Grid World</a:t>
            </a:r>
          </a:p>
          <a:p>
            <a:r>
              <a:rPr lang="en-US" sz="1800" i="1"/>
              <a:t>OpenAI Gym</a:t>
            </a:r>
          </a:p>
        </p:txBody>
      </p:sp>
      <p:sp>
        <p:nvSpPr>
          <p:cNvPr id="6210" name="Rectangle 6209">
            <a:extLst>
              <a:ext uri="{FF2B5EF4-FFF2-40B4-BE49-F238E27FC236}">
                <a16:creationId xmlns:a16="http://schemas.microsoft.com/office/drawing/2014/main" id="{C7C5FE1C-310B-4F6B-A44A-BC43430A2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Getting Started With OpenAI Gym: The Basic Building Blocks">
            <a:extLst>
              <a:ext uri="{FF2B5EF4-FFF2-40B4-BE49-F238E27FC236}">
                <a16:creationId xmlns:a16="http://schemas.microsoft.com/office/drawing/2014/main" id="{0AFCA000-4F63-3154-29E2-B6B270F69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8644" y="3792521"/>
            <a:ext cx="5021183" cy="230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Reinforcement Learning – E2-Create Education">
            <a:extLst>
              <a:ext uri="{FF2B5EF4-FFF2-40B4-BE49-F238E27FC236}">
                <a16:creationId xmlns:a16="http://schemas.microsoft.com/office/drawing/2014/main" id="{35A26AF2-03F3-CC2D-8D95-741CC8A0E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8392" y="508091"/>
            <a:ext cx="4459505" cy="279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33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420BC5C-C418-4843-B04B-6918968D0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23819-6365-ED5F-D0BE-166FF075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4288536" cy="3364992"/>
          </a:xfrm>
        </p:spPr>
        <p:txBody>
          <a:bodyPr>
            <a:normAutofit/>
          </a:bodyPr>
          <a:lstStyle/>
          <a:p>
            <a:r>
              <a:rPr lang="en-US" b="1"/>
              <a:t>Learning Objectives</a:t>
            </a:r>
            <a:br>
              <a:rPr lang="en-US" b="1"/>
            </a:b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28853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CE094D10-FD88-E87B-7069-42D54F83B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086014"/>
              </p:ext>
            </p:extLst>
          </p:nvPr>
        </p:nvGraphicFramePr>
        <p:xfrm>
          <a:off x="5532120" y="976160"/>
          <a:ext cx="6153912" cy="5369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472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88850-8EFC-DF01-E907-FCC99E511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6160"/>
            <a:ext cx="4032504" cy="3364992"/>
          </a:xfrm>
        </p:spPr>
        <p:txBody>
          <a:bodyPr>
            <a:normAutofit/>
          </a:bodyPr>
          <a:lstStyle/>
          <a:p>
            <a:r>
              <a:rPr lang="en-US" sz="4000" b="1"/>
              <a:t>Prerequisites</a:t>
            </a:r>
            <a:endParaRPr lang="en-IL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0C073A-E407-4BFD-8C10-245724E1E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2533277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959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E6D5C3-B93A-5A3F-E51C-13CA89B0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0"/>
            <a:ext cx="1115568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Course HW Assignments (20%)</a:t>
            </a:r>
            <a:endParaRPr lang="en-IL" sz="4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D692CA-439C-2A1E-6A66-85869D99A8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839885"/>
              </p:ext>
            </p:extLst>
          </p:nvPr>
        </p:nvGraphicFramePr>
        <p:xfrm>
          <a:off x="528320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772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A6D13-E849-4A3C-C9FF-321F28D33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978408"/>
            <a:ext cx="3154680" cy="4069080"/>
          </a:xfrm>
        </p:spPr>
        <p:txBody>
          <a:bodyPr anchor="t">
            <a:normAutofit/>
          </a:bodyPr>
          <a:lstStyle/>
          <a:p>
            <a:r>
              <a:rPr lang="en-US" sz="4000"/>
              <a:t>Test (40%)</a:t>
            </a:r>
            <a:endParaRPr lang="en-IL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E5C9D6-D5F5-B4C7-2647-C1048D0A38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3769011"/>
              </p:ext>
            </p:extLst>
          </p:nvPr>
        </p:nvGraphicFramePr>
        <p:xfrm>
          <a:off x="4384964" y="978406"/>
          <a:ext cx="7301068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6384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027FD-2131-D364-88E8-08191876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59"/>
            <a:ext cx="5020056" cy="2369713"/>
          </a:xfrm>
        </p:spPr>
        <p:txBody>
          <a:bodyPr anchor="t">
            <a:normAutofit/>
          </a:bodyPr>
          <a:lstStyle/>
          <a:p>
            <a:r>
              <a:rPr lang="en-US" sz="4400"/>
              <a:t>Project (40%)</a:t>
            </a:r>
            <a:endParaRPr lang="en-IL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5D7A-10F2-D7FE-3F53-972ED0208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66" y="3776870"/>
            <a:ext cx="4985339" cy="2569134"/>
          </a:xfrm>
        </p:spPr>
        <p:txBody>
          <a:bodyPr>
            <a:normAutofit/>
          </a:bodyPr>
          <a:lstStyle/>
          <a:p>
            <a:r>
              <a:rPr lang="en-US" sz="1800" dirty="0"/>
              <a:t>Project are done in teams</a:t>
            </a:r>
          </a:p>
          <a:p>
            <a:r>
              <a:rPr lang="en-US" sz="1800" dirty="0"/>
              <a:t>You are required to defend your project</a:t>
            </a:r>
            <a:endParaRPr lang="en-IL" sz="1800" dirty="0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 descr="A Hybrid Deep Reinforcement Learning and Optimal Control Architecture for  Autonomous Highway Driving">
            <a:extLst>
              <a:ext uri="{FF2B5EF4-FFF2-40B4-BE49-F238E27FC236}">
                <a16:creationId xmlns:a16="http://schemas.microsoft.com/office/drawing/2014/main" id="{E7598F80-BABE-AC7E-20FA-ED48C3E30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70" y="4041702"/>
            <a:ext cx="5011957" cy="1879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Reinforcement Learning and Pacman agent - Deep Learning - fast.ai Course  Forums">
            <a:extLst>
              <a:ext uri="{FF2B5EF4-FFF2-40B4-BE49-F238E27FC236}">
                <a16:creationId xmlns:a16="http://schemas.microsoft.com/office/drawing/2014/main" id="{AD593961-97D3-68E6-B8D9-ADF0A6DBC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4528" y="508091"/>
            <a:ext cx="2127233" cy="279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1" name="Rectangle 7180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68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21CBEA-0AFE-3C3F-455D-70275FDA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480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36C773-6CE5-8892-A2EA-23C83BB6D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0702" y="657369"/>
            <a:ext cx="6321754" cy="564216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03247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F899F5-736E-4CAA-9B51-7AF0495CD56D}">
  <we:reference id="wa104038830" version="1.0.0.3" store="en-US" storeType="OMEX"/>
  <we:alternateReferences>
    <we:reference id="wa104038830" version="1.0.0.3" store="wa1040388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302</Words>
  <Application>Microsoft Office PowerPoint</Application>
  <PresentationFormat>Widescreen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Bierstadt</vt:lpstr>
      <vt:lpstr>GestaltVTI</vt:lpstr>
      <vt:lpstr>Reinforcement Learning Course</vt:lpstr>
      <vt:lpstr>Topics</vt:lpstr>
      <vt:lpstr>Explore vs Exploit  Riddle</vt:lpstr>
      <vt:lpstr>RL Basic Terminology</vt:lpstr>
      <vt:lpstr>Exact Solution Methods</vt:lpstr>
      <vt:lpstr>Approximated Solution Methods</vt:lpstr>
      <vt:lpstr>Basic Learning and Testing Environments </vt:lpstr>
      <vt:lpstr>Learning Objectives </vt:lpstr>
      <vt:lpstr>Prerequisites</vt:lpstr>
      <vt:lpstr>Course HW Assignments (20%)</vt:lpstr>
      <vt:lpstr>Test (40%)</vt:lpstr>
      <vt:lpstr>Project (40%)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bornfeld</dc:creator>
  <cp:lastModifiedBy>benny bornfeld</cp:lastModifiedBy>
  <cp:revision>20</cp:revision>
  <dcterms:created xsi:type="dcterms:W3CDTF">2025-03-10T21:01:07Z</dcterms:created>
  <dcterms:modified xsi:type="dcterms:W3CDTF">2026-03-18T06:30:13Z</dcterms:modified>
</cp:coreProperties>
</file>